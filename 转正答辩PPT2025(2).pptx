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77" r:id="rId3"/>
    <p:sldId id="259" r:id="rId4"/>
    <p:sldId id="258" r:id="rId6"/>
    <p:sldId id="264" r:id="rId7"/>
    <p:sldId id="261" r:id="rId8"/>
    <p:sldId id="270" r:id="rId9"/>
    <p:sldId id="266" r:id="rId10"/>
    <p:sldId id="274" r:id="rId11"/>
    <p:sldId id="301" r:id="rId12"/>
    <p:sldId id="273" r:id="rId13"/>
    <p:sldId id="284" r:id="rId14"/>
    <p:sldId id="281" r:id="rId15"/>
    <p:sldId id="271" r:id="rId16"/>
    <p:sldId id="267" r:id="rId17"/>
    <p:sldId id="298" r:id="rId18"/>
    <p:sldId id="299" r:id="rId19"/>
    <p:sldId id="300" r:id="rId20"/>
    <p:sldId id="285" r:id="rId21"/>
    <p:sldId id="287" r:id="rId22"/>
    <p:sldId id="291" r:id="rId23"/>
    <p:sldId id="292" r:id="rId24"/>
    <p:sldId id="279" r:id="rId25"/>
    <p:sldId id="288" r:id="rId26"/>
    <p:sldId id="289" r:id="rId27"/>
    <p:sldId id="280" r:id="rId28"/>
    <p:sldId id="265" r:id="rId29"/>
    <p:sldId id="276" r:id="rId3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B9BD5"/>
    <a:srgbClr val="FBA1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330" y="102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fld id="{827B5CBB-228B-4EE8-8261-35E6FDE0AA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fld id="{516BB88B-37B0-47B4-8236-B6E7F1AD9EA6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Regular" panose="020B0500000000000000" pitchFamily="34" charset="-122"/>
        <a:ea typeface="思源黑体 CN Regular" panose="020B0500000000000000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Regular" panose="020B0500000000000000" pitchFamily="34" charset="-122"/>
        <a:ea typeface="思源黑体 CN Regular" panose="020B0500000000000000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Regular" panose="020B0500000000000000" pitchFamily="34" charset="-122"/>
        <a:ea typeface="思源黑体 CN Regular" panose="020B0500000000000000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Regular" panose="020B0500000000000000" pitchFamily="34" charset="-122"/>
        <a:ea typeface="思源黑体 CN Regular" panose="020B0500000000000000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Regular" panose="020B0500000000000000" pitchFamily="34" charset="-122"/>
        <a:ea typeface="思源黑体 CN Regular" panose="020B0500000000000000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4F74C-E9DB-4564-9B9D-DAC26B3E8A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4F74C-E9DB-4564-9B9D-DAC26B3E8A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4F74C-E9DB-4564-9B9D-DAC26B3E8A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042feabc-9a30-492c-b9ac-9f273dc2f725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C556-CA6E-439C-B5EC-B44A435AC7F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042feabc-9a30-492c-b9ac-9f273dc2f725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C556-CA6E-439C-B5EC-B44A435AC7F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4F74C-E9DB-4564-9B9D-DAC26B3E8A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/>
              <a:t>深圳熙斯特新能源技术有限公司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/>
              <a:t>深圳熙斯特新能源技术有限公司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/>
              <a:t>深圳熙斯特新能源技术有限公司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/>
              <a:t>深圳熙斯特新能源技术有限公司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2.png"/><Relationship Id="rId13" Type="http://schemas.openxmlformats.org/officeDocument/2006/relationships/image" Target="../media/image1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页脚占位符 4"/>
          <p:cNvSpPr>
            <a:spLocks noGrp="1"/>
          </p:cNvSpPr>
          <p:nvPr userDrawn="1"/>
        </p:nvSpPr>
        <p:spPr>
          <a:xfrm>
            <a:off x="7847965" y="641540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b="1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深圳熙斯特新能源技术有限公司</a:t>
            </a:r>
            <a:endParaRPr lang="zh-CN" altLang="en-US" sz="1400" b="1">
              <a:gradFill>
                <a:gsLst>
                  <a:gs pos="0">
                    <a:srgbClr val="012D86"/>
                  </a:gs>
                  <a:gs pos="100000">
                    <a:srgbClr val="0E2557"/>
                  </a:gs>
                </a:gsLst>
                <a:lin scaled="0"/>
              </a:gradFill>
            </a:endParaRPr>
          </a:p>
          <a:p>
            <a:r>
              <a:rPr lang="en-US" altLang="zh-CN" sz="1400" b="1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Shenzhen Evsystem New-energy Technology Co.,Ltd.</a:t>
            </a:r>
            <a:endParaRPr lang="en-US" altLang="zh-CN" sz="1400" b="1">
              <a:gradFill>
                <a:gsLst>
                  <a:gs pos="0">
                    <a:srgbClr val="012D86"/>
                  </a:gs>
                  <a:gs pos="100000">
                    <a:srgbClr val="0E2557"/>
                  </a:gs>
                </a:gsLst>
                <a:lin scaled="0"/>
              </a:gra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14" cstate="print"/>
          <a:stretch>
            <a:fillRect/>
          </a:stretch>
        </p:blipFill>
        <p:spPr>
          <a:xfrm>
            <a:off x="163830" y="119380"/>
            <a:ext cx="2076450" cy="66675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3.png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18.xml"/><Relationship Id="rId8" Type="http://schemas.openxmlformats.org/officeDocument/2006/relationships/tags" Target="../tags/tag17.xml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5" Type="http://schemas.openxmlformats.org/officeDocument/2006/relationships/notesSlide" Target="../notesSlides/notesSlide4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3.png"/><Relationship Id="rId12" Type="http://schemas.openxmlformats.org/officeDocument/2006/relationships/tags" Target="../tags/tag21.xml"/><Relationship Id="rId11" Type="http://schemas.openxmlformats.org/officeDocument/2006/relationships/tags" Target="../tags/tag20.xml"/><Relationship Id="rId10" Type="http://schemas.openxmlformats.org/officeDocument/2006/relationships/tags" Target="../tags/tag19.xml"/><Relationship Id="rId1" Type="http://schemas.openxmlformats.org/officeDocument/2006/relationships/tags" Target="../tags/tag10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.png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tags" Target="../tags/tag2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1" Type="http://schemas.openxmlformats.org/officeDocument/2006/relationships/tags" Target="../tags/tag26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image" Target="../media/image11.png"/><Relationship Id="rId4" Type="http://schemas.openxmlformats.org/officeDocument/2006/relationships/tags" Target="../tags/tag29.xml"/><Relationship Id="rId3" Type="http://schemas.openxmlformats.org/officeDocument/2006/relationships/image" Target="../media/image10.png"/><Relationship Id="rId2" Type="http://schemas.openxmlformats.org/officeDocument/2006/relationships/tags" Target="../tags/tag28.xml"/><Relationship Id="rId1" Type="http://schemas.openxmlformats.org/officeDocument/2006/relationships/tags" Target="../tags/tag27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4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4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7d195523061f1c0" descr="e7d195523061f1c0214d268728035a112e1f1a63855fa0d5B3BC3571FB2346650E40B27C71D4ADB669896543E409C0762562804D99F14164E036E91A4D200FB459B9C67F1066513BDCC2663F2655ED5A2F3E64E50905ECC13FD08E412A2449DFC0DEA4732AF4E76A12DAA23714D9A24C7EAC7F7CD8FF94AEC7D4E9162B55FEA74E289784371BE33B" hidden="1"/>
          <p:cNvSpPr txBox="1"/>
          <p:nvPr/>
        </p:nvSpPr>
        <p:spPr>
          <a:xfrm>
            <a:off x="-355600" y="1803400"/>
            <a:ext cx="293927" cy="1016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0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e7d195523061f1c0214d268728035a112e1f1a63855fa0d5B3BC3571FB2346650E40B27C71D4ADB669896543E409C0762562804D99F14164E036E91A4D200FB459B9C67F1066513BDCC2663F2655ED5A2F3E64E50905ECC13FD08E412A2449DFC0DEA4732AF4E76A12DAA23714D9A24C7EAC7F7CD8FF94AEC7D4E9162B55FEA74E289784371BE33B</a:t>
            </a:r>
            <a:endParaRPr lang="zh-CN" altLang="en-US" sz="100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4" name="文本框 3" descr="e7d195523061f1c0214d268728035a112e1f1a63855fa0d5B3BC3571FB2346650E40B27C71D4ADB669896543E409C0762562804D99F14164E036E91A4D200FB459B9C67F1066513BDCC2663F2655ED5A2F3E64E50905ECC13FD08E412A2449DFC0DEA4732AF4E76A12DAA23714D9A24C7EAC7F7CD8FF94AEC7D4E9162B55FEA74E289784371BE33B"/>
          <p:cNvSpPr txBox="1"/>
          <p:nvPr/>
        </p:nvSpPr>
        <p:spPr>
          <a:xfrm>
            <a:off x="1679595" y="2784847"/>
            <a:ext cx="9178456" cy="11809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6800" b="1" spc="300" dirty="0">
                <a:solidFill>
                  <a:schemeClr val="accent5"/>
                </a:solidFill>
                <a:latin typeface="+mj-ea"/>
                <a:ea typeface="+mj-ea"/>
                <a:cs typeface="+mn-ea"/>
                <a:sym typeface="Calibri" panose="020F0502020204030204" pitchFamily="34" charset="0"/>
              </a:rPr>
              <a:t>员工转正述职报告</a:t>
            </a:r>
            <a:r>
              <a:rPr lang="en-US" altLang="zh-CN" sz="6800" b="1" spc="300" dirty="0">
                <a:solidFill>
                  <a:schemeClr val="accent5"/>
                </a:solidFill>
                <a:latin typeface="+mj-ea"/>
                <a:ea typeface="+mj-ea"/>
                <a:cs typeface="+mn-ea"/>
                <a:sym typeface="Calibri" panose="020F0502020204030204" pitchFamily="34" charset="0"/>
              </a:rPr>
              <a:t>ppt</a:t>
            </a:r>
            <a:endParaRPr lang="en-US" altLang="zh-CN" sz="6800" b="1" spc="300" dirty="0">
              <a:solidFill>
                <a:schemeClr val="accent5"/>
              </a:solidFill>
              <a:latin typeface="+mj-ea"/>
              <a:ea typeface="+mj-ea"/>
              <a:cs typeface="+mn-ea"/>
              <a:sym typeface="Calibri" panose="020F0502020204030204" pitchFamily="34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321114" y="4757300"/>
            <a:ext cx="6470174" cy="4125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2000" b="1" spc="300" dirty="0">
                <a:solidFill>
                  <a:schemeClr val="accent5"/>
                </a:solidFill>
                <a:latin typeface="+mj-ea"/>
                <a:ea typeface="+mj-ea"/>
                <a:cs typeface="+mn-ea"/>
                <a:sym typeface="Calibri" panose="020F0502020204030204" pitchFamily="34" charset="0"/>
              </a:rPr>
              <a:t>汇报人：陈进忠   时间：</a:t>
            </a:r>
            <a:r>
              <a:rPr lang="en-US" altLang="zh-CN" sz="2000" b="1" spc="300" dirty="0">
                <a:solidFill>
                  <a:schemeClr val="accent5"/>
                </a:solidFill>
                <a:latin typeface="+mj-ea"/>
                <a:ea typeface="+mj-ea"/>
                <a:cs typeface="+mn-ea"/>
                <a:sym typeface="Calibri" panose="020F0502020204030204" pitchFamily="34" charset="0"/>
              </a:rPr>
              <a:t>2025</a:t>
            </a:r>
            <a:r>
              <a:rPr lang="zh-CN" altLang="en-US" sz="2000" b="1" spc="300" dirty="0">
                <a:solidFill>
                  <a:schemeClr val="accent5"/>
                </a:solidFill>
                <a:latin typeface="+mj-ea"/>
                <a:ea typeface="+mj-ea"/>
                <a:cs typeface="+mn-ea"/>
                <a:sym typeface="Calibri" panose="020F0502020204030204" pitchFamily="34" charset="0"/>
              </a:rPr>
              <a:t>年</a:t>
            </a:r>
            <a:r>
              <a:rPr lang="en-US" altLang="zh-CN" sz="2000" b="1" spc="300" dirty="0">
                <a:solidFill>
                  <a:schemeClr val="accent5"/>
                </a:solidFill>
                <a:latin typeface="+mj-ea"/>
                <a:ea typeface="+mj-ea"/>
                <a:cs typeface="+mn-ea"/>
                <a:sym typeface="Calibri" panose="020F0502020204030204" pitchFamily="34" charset="0"/>
              </a:rPr>
              <a:t>11</a:t>
            </a:r>
            <a:r>
              <a:rPr lang="zh-CN" altLang="en-US" sz="2000" b="1" spc="300" dirty="0">
                <a:solidFill>
                  <a:schemeClr val="accent5"/>
                </a:solidFill>
                <a:latin typeface="+mj-ea"/>
                <a:ea typeface="+mj-ea"/>
                <a:cs typeface="+mn-ea"/>
                <a:sym typeface="Calibri" panose="020F0502020204030204" pitchFamily="34" charset="0"/>
              </a:rPr>
              <a:t>月</a:t>
            </a:r>
            <a:endParaRPr lang="zh-CN" altLang="en-US" sz="2000" b="1" spc="300" dirty="0">
              <a:solidFill>
                <a:schemeClr val="accent5"/>
              </a:solidFill>
              <a:latin typeface="+mj-ea"/>
              <a:ea typeface="+mj-ea"/>
              <a:cs typeface="+mn-ea"/>
              <a:sym typeface="Calibri" panose="020F0502020204030204" pitchFamily="34" charset="0"/>
            </a:endParaRPr>
          </a:p>
        </p:txBody>
      </p:sp>
      <p:sp>
        <p:nvSpPr>
          <p:cNvPr id="12" name="文本框 11" descr="e7d195523061f1c0214d268728035a112e1f1a63855fa0d5B3BC3571FB2346650E40B27C71D4ADB669896543E409C0762562804D99F14164E036E91A4D200FB459B9C67F1066513BDCC2663F2655ED5A2F3E64E50905ECC13FD08E412A2449DFC0DEA4732AF4E76A12DAA23714D9A24C7EAC7F7CD8FF94AEC7D4E9162B55FEA74E289784371BE33B"/>
          <p:cNvSpPr txBox="1"/>
          <p:nvPr/>
        </p:nvSpPr>
        <p:spPr>
          <a:xfrm>
            <a:off x="2588895" y="1235710"/>
            <a:ext cx="7574280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8000" b="1" spc="300" dirty="0">
                <a:solidFill>
                  <a:schemeClr val="accent5"/>
                </a:solidFill>
                <a:latin typeface="+mj-ea"/>
                <a:ea typeface="+mj-ea"/>
                <a:cs typeface="+mn-ea"/>
                <a:sym typeface="Calibri" panose="020F0502020204030204" pitchFamily="34" charset="0"/>
              </a:rPr>
              <a:t>2025</a:t>
            </a:r>
            <a:r>
              <a:rPr lang="zh-CN" altLang="en-US" sz="8000" b="1" spc="300" dirty="0">
                <a:solidFill>
                  <a:schemeClr val="accent5"/>
                </a:solidFill>
                <a:latin typeface="+mj-ea"/>
                <a:ea typeface="+mj-ea"/>
                <a:cs typeface="+mn-ea"/>
                <a:sym typeface="Calibri" panose="020F0502020204030204" pitchFamily="34" charset="0"/>
              </a:rPr>
              <a:t>年</a:t>
            </a:r>
            <a:r>
              <a:rPr lang="en-US" altLang="zh-CN" sz="8000" b="1" spc="300" dirty="0">
                <a:solidFill>
                  <a:schemeClr val="accent5"/>
                </a:solidFill>
                <a:latin typeface="+mj-ea"/>
                <a:ea typeface="+mj-ea"/>
                <a:cs typeface="+mn-ea"/>
                <a:sym typeface="Calibri" panose="020F0502020204030204" pitchFamily="34" charset="0"/>
              </a:rPr>
              <a:t>11</a:t>
            </a:r>
            <a:r>
              <a:rPr lang="zh-CN" altLang="en-US" sz="8000" b="1" spc="300" dirty="0">
                <a:solidFill>
                  <a:schemeClr val="accent5"/>
                </a:solidFill>
                <a:latin typeface="+mj-ea"/>
                <a:ea typeface="+mj-ea"/>
                <a:cs typeface="+mn-ea"/>
                <a:sym typeface="Calibri" panose="020F0502020204030204" pitchFamily="34" charset="0"/>
              </a:rPr>
              <a:t>月</a:t>
            </a:r>
            <a:endParaRPr lang="en-US" altLang="zh-CN" sz="8000" b="1" spc="300" dirty="0">
              <a:solidFill>
                <a:schemeClr val="accent5"/>
              </a:solidFill>
              <a:latin typeface="+mj-ea"/>
              <a:ea typeface="+mj-ea"/>
              <a:cs typeface="+mn-ea"/>
              <a:sym typeface="Calibri" panose="020F0502020204030204" pitchFamily="34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566" y="140834"/>
            <a:ext cx="2158091" cy="78717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1" grpId="0"/>
      <p:bldP spid="1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9"/>
          <p:cNvSpPr txBox="1"/>
          <p:nvPr/>
        </p:nvSpPr>
        <p:spPr>
          <a:xfrm>
            <a:off x="4287826" y="5208709"/>
            <a:ext cx="2886901" cy="410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1"/>
            <a:r>
              <a:rPr lang="zh-CN" altLang="en-US" sz="2670" dirty="0">
                <a:solidFill>
                  <a:schemeClr val="bg1"/>
                </a:solidFill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添加标题文字</a:t>
            </a:r>
            <a:endParaRPr lang="zh-CN" altLang="en-US" sz="2670" dirty="0">
              <a:solidFill>
                <a:schemeClr val="bg1"/>
              </a:solidFill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077082" y="2699895"/>
            <a:ext cx="3335709" cy="1316758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5400" b="1" spc="1200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目录</a:t>
            </a:r>
            <a:endParaRPr lang="zh-CN" altLang="en-US" sz="5400" b="1" spc="1200" dirty="0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5585111" y="701565"/>
            <a:ext cx="5750296" cy="5249575"/>
            <a:chOff x="5963483" y="948414"/>
            <a:chExt cx="5027309" cy="4537644"/>
          </a:xfrm>
        </p:grpSpPr>
        <p:grpSp>
          <p:nvGrpSpPr>
            <p:cNvPr id="2" name="组合 1"/>
            <p:cNvGrpSpPr/>
            <p:nvPr/>
          </p:nvGrpSpPr>
          <p:grpSpPr>
            <a:xfrm>
              <a:off x="5973460" y="948414"/>
              <a:ext cx="5005008" cy="724710"/>
              <a:chOff x="6064611" y="317717"/>
              <a:chExt cx="4606168" cy="681634"/>
            </a:xfrm>
          </p:grpSpPr>
          <p:sp>
            <p:nvSpPr>
              <p:cNvPr id="30" name="圆角矩形 29"/>
              <p:cNvSpPr/>
              <p:nvPr/>
            </p:nvSpPr>
            <p:spPr>
              <a:xfrm>
                <a:off x="6064611" y="317717"/>
                <a:ext cx="4606168" cy="681634"/>
              </a:xfrm>
              <a:prstGeom prst="round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05">
                  <a:latin typeface="Calibri" panose="020F0502020204030204" pitchFamily="34" charset="0"/>
                  <a:cs typeface="+mn-ea"/>
                  <a:sym typeface="Calibri" panose="020F0502020204030204" pitchFamily="34" charset="0"/>
                </a:endParaRPr>
              </a:p>
            </p:txBody>
          </p:sp>
          <p:sp>
            <p:nvSpPr>
              <p:cNvPr id="32" name="文本框 9"/>
              <p:cNvSpPr txBox="1"/>
              <p:nvPr/>
            </p:nvSpPr>
            <p:spPr>
              <a:xfrm>
                <a:off x="7102436" y="491811"/>
                <a:ext cx="2886901" cy="40527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lvl="1" algn="ctr"/>
                <a:r>
                  <a:rPr lang="zh-CN" altLang="en-US" sz="28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libri" panose="020F0502020204030204" pitchFamily="34" charset="0"/>
                    <a:cs typeface="+mn-ea"/>
                    <a:sym typeface="Calibri" panose="020F0502020204030204" pitchFamily="34" charset="0"/>
                  </a:rPr>
                  <a:t>个人简介</a:t>
                </a:r>
                <a:endParaRPr lang="zh-CN" alt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anose="020F0502020204030204" pitchFamily="34" charset="0"/>
                  <a:cs typeface="+mn-ea"/>
                  <a:sym typeface="Calibri" panose="020F0502020204030204" pitchFamily="34" charset="0"/>
                </a:endParaRPr>
              </a:p>
            </p:txBody>
          </p:sp>
          <p:sp>
            <p:nvSpPr>
              <p:cNvPr id="11" name="矩形 10"/>
              <p:cNvSpPr/>
              <p:nvPr/>
            </p:nvSpPr>
            <p:spPr>
              <a:xfrm>
                <a:off x="6275182" y="468177"/>
                <a:ext cx="658385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 spc="422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libri" panose="020F0502020204030204" pitchFamily="34" charset="0"/>
                    <a:cs typeface="+mn-ea"/>
                    <a:sym typeface="Calibri" panose="020F0502020204030204" pitchFamily="34" charset="0"/>
                  </a:rPr>
                  <a:t>01</a:t>
                </a:r>
                <a:endParaRPr lang="zh-CN" altLang="en-US" sz="2800" b="1" spc="422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anose="020F0502020204030204" pitchFamily="34" charset="0"/>
                  <a:cs typeface="+mn-ea"/>
                  <a:sym typeface="Calibri" panose="020F0502020204030204" pitchFamily="34" charset="0"/>
                </a:endParaRPr>
              </a:p>
            </p:txBody>
          </p:sp>
        </p:grpSp>
        <p:grpSp>
          <p:nvGrpSpPr>
            <p:cNvPr id="14" name="组合 13"/>
            <p:cNvGrpSpPr/>
            <p:nvPr/>
          </p:nvGrpSpPr>
          <p:grpSpPr>
            <a:xfrm>
              <a:off x="5963483" y="2245050"/>
              <a:ext cx="5024962" cy="676765"/>
              <a:chOff x="6044657" y="1371942"/>
              <a:chExt cx="5024962" cy="676765"/>
            </a:xfrm>
          </p:grpSpPr>
          <p:sp>
            <p:nvSpPr>
              <p:cNvPr id="33" name="圆角矩形 32"/>
              <p:cNvSpPr/>
              <p:nvPr/>
            </p:nvSpPr>
            <p:spPr>
              <a:xfrm>
                <a:off x="6044657" y="1371942"/>
                <a:ext cx="5024962" cy="676765"/>
              </a:xfrm>
              <a:prstGeom prst="round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05">
                  <a:latin typeface="Calibri" panose="020F0502020204030204" pitchFamily="34" charset="0"/>
                  <a:cs typeface="+mn-ea"/>
                  <a:sym typeface="Calibri" panose="020F0502020204030204" pitchFamily="34" charset="0"/>
                </a:endParaRPr>
              </a:p>
            </p:txBody>
          </p:sp>
          <p:sp>
            <p:nvSpPr>
              <p:cNvPr id="37" name="文本框 9"/>
              <p:cNvSpPr txBox="1"/>
              <p:nvPr/>
            </p:nvSpPr>
            <p:spPr>
              <a:xfrm>
                <a:off x="7192299" y="1503290"/>
                <a:ext cx="3686900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lvl="1"/>
                <a:r>
                  <a:rPr lang="zh-CN" altLang="en-US" sz="28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libri" panose="020F0502020204030204" pitchFamily="34" charset="0"/>
                    <a:cs typeface="+mn-ea"/>
                    <a:sym typeface="Calibri" panose="020F0502020204030204" pitchFamily="34" charset="0"/>
                  </a:rPr>
                  <a:t>试用期培训与学习情况</a:t>
                </a:r>
                <a:endParaRPr lang="zh-CN" alt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anose="020F0502020204030204" pitchFamily="34" charset="0"/>
                  <a:cs typeface="+mn-ea"/>
                  <a:sym typeface="Calibri" panose="020F0502020204030204" pitchFamily="34" charset="0"/>
                </a:endParaRPr>
              </a:p>
            </p:txBody>
          </p:sp>
          <p:sp>
            <p:nvSpPr>
              <p:cNvPr id="22" name="矩形 21"/>
              <p:cNvSpPr/>
              <p:nvPr/>
            </p:nvSpPr>
            <p:spPr>
              <a:xfrm>
                <a:off x="6309368" y="1474679"/>
                <a:ext cx="658385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 spc="422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libri" panose="020F0502020204030204" pitchFamily="34" charset="0"/>
                    <a:cs typeface="+mn-ea"/>
                    <a:sym typeface="Calibri" panose="020F0502020204030204" pitchFamily="34" charset="0"/>
                  </a:rPr>
                  <a:t>02</a:t>
                </a:r>
                <a:endParaRPr lang="zh-CN" altLang="en-US" sz="2800" b="1" spc="422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anose="020F0502020204030204" pitchFamily="34" charset="0"/>
                  <a:cs typeface="+mn-ea"/>
                  <a:sym typeface="Calibri" panose="020F0502020204030204" pitchFamily="34" charset="0"/>
                </a:endParaRPr>
              </a:p>
            </p:txBody>
          </p:sp>
        </p:grpSp>
        <p:grpSp>
          <p:nvGrpSpPr>
            <p:cNvPr id="12" name="组合 11"/>
            <p:cNvGrpSpPr/>
            <p:nvPr/>
          </p:nvGrpSpPr>
          <p:grpSpPr>
            <a:xfrm>
              <a:off x="5977951" y="4758108"/>
              <a:ext cx="5012841" cy="727950"/>
              <a:chOff x="6056778" y="3328975"/>
              <a:chExt cx="5012841" cy="727950"/>
            </a:xfrm>
          </p:grpSpPr>
          <p:sp>
            <p:nvSpPr>
              <p:cNvPr id="7" name="圆角矩形 6"/>
              <p:cNvSpPr/>
              <p:nvPr/>
            </p:nvSpPr>
            <p:spPr>
              <a:xfrm>
                <a:off x="6056778" y="3328975"/>
                <a:ext cx="5012841" cy="727950"/>
              </a:xfrm>
              <a:prstGeom prst="round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05">
                  <a:latin typeface="Calibri" panose="020F0502020204030204" pitchFamily="34" charset="0"/>
                  <a:cs typeface="+mn-ea"/>
                  <a:sym typeface="Calibri" panose="020F0502020204030204" pitchFamily="34" charset="0"/>
                </a:endParaRPr>
              </a:p>
            </p:txBody>
          </p:sp>
          <p:sp>
            <p:nvSpPr>
              <p:cNvPr id="26" name="矩形 25"/>
              <p:cNvSpPr/>
              <p:nvPr/>
            </p:nvSpPr>
            <p:spPr>
              <a:xfrm>
                <a:off x="6309368" y="3413732"/>
                <a:ext cx="658385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 spc="422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libri" panose="020F0502020204030204" pitchFamily="34" charset="0"/>
                    <a:cs typeface="+mn-ea"/>
                    <a:sym typeface="Calibri" panose="020F0502020204030204" pitchFamily="34" charset="0"/>
                  </a:rPr>
                  <a:t>04</a:t>
                </a:r>
                <a:endParaRPr lang="zh-CN" altLang="en-US" sz="2800" b="1" spc="422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anose="020F0502020204030204" pitchFamily="34" charset="0"/>
                  <a:cs typeface="+mn-ea"/>
                  <a:sym typeface="Calibri" panose="020F0502020204030204" pitchFamily="34" charset="0"/>
                </a:endParaRPr>
              </a:p>
            </p:txBody>
          </p:sp>
          <p:sp>
            <p:nvSpPr>
              <p:cNvPr id="54" name="文本框 9"/>
              <p:cNvSpPr txBox="1"/>
              <p:nvPr/>
            </p:nvSpPr>
            <p:spPr>
              <a:xfrm>
                <a:off x="7179375" y="3486586"/>
                <a:ext cx="3835712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lvl="1"/>
                <a:r>
                  <a:rPr lang="zh-CN" altLang="en-US" sz="28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libri" panose="020F0502020204030204" pitchFamily="34" charset="0"/>
                    <a:cs typeface="+mn-ea"/>
                    <a:sym typeface="Calibri" panose="020F0502020204030204" pitchFamily="34" charset="0"/>
                  </a:rPr>
                  <a:t>对公司企业文化的心得</a:t>
                </a:r>
                <a:endParaRPr lang="zh-CN" alt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anose="020F0502020204030204" pitchFamily="34" charset="0"/>
                  <a:cs typeface="+mn-ea"/>
                  <a:sym typeface="Calibri" panose="020F0502020204030204" pitchFamily="34" charset="0"/>
                </a:endParaRPr>
              </a:p>
            </p:txBody>
          </p:sp>
        </p:grpSp>
        <p:grpSp>
          <p:nvGrpSpPr>
            <p:cNvPr id="13" name="组合 12"/>
            <p:cNvGrpSpPr/>
            <p:nvPr/>
          </p:nvGrpSpPr>
          <p:grpSpPr>
            <a:xfrm>
              <a:off x="5975381" y="3492780"/>
              <a:ext cx="5013064" cy="694363"/>
              <a:chOff x="6056555" y="2350052"/>
              <a:chExt cx="5013064" cy="694363"/>
            </a:xfrm>
          </p:grpSpPr>
          <p:sp>
            <p:nvSpPr>
              <p:cNvPr id="6" name="圆角矩形 5"/>
              <p:cNvSpPr/>
              <p:nvPr/>
            </p:nvSpPr>
            <p:spPr>
              <a:xfrm>
                <a:off x="6056555" y="2350052"/>
                <a:ext cx="5013064" cy="694363"/>
              </a:xfrm>
              <a:prstGeom prst="round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05">
                  <a:latin typeface="Calibri" panose="020F0502020204030204" pitchFamily="34" charset="0"/>
                  <a:cs typeface="+mn-ea"/>
                  <a:sym typeface="Calibri" panose="020F0502020204030204" pitchFamily="34" charset="0"/>
                </a:endParaRPr>
              </a:p>
            </p:txBody>
          </p:sp>
          <p:sp>
            <p:nvSpPr>
              <p:cNvPr id="24" name="矩形 23"/>
              <p:cNvSpPr/>
              <p:nvPr/>
            </p:nvSpPr>
            <p:spPr>
              <a:xfrm>
                <a:off x="6309414" y="2458365"/>
                <a:ext cx="658385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 spc="422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libri" panose="020F0502020204030204" pitchFamily="34" charset="0"/>
                    <a:cs typeface="+mn-ea"/>
                    <a:sym typeface="Calibri" panose="020F0502020204030204" pitchFamily="34" charset="0"/>
                  </a:rPr>
                  <a:t>03</a:t>
                </a:r>
                <a:endParaRPr lang="zh-CN" altLang="en-US" sz="2800" b="1" spc="422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anose="020F0502020204030204" pitchFamily="34" charset="0"/>
                  <a:cs typeface="+mn-ea"/>
                  <a:sym typeface="Calibri" panose="020F0502020204030204" pitchFamily="34" charset="0"/>
                </a:endParaRPr>
              </a:p>
            </p:txBody>
          </p:sp>
          <p:sp>
            <p:nvSpPr>
              <p:cNvPr id="10" name="文本框 9"/>
              <p:cNvSpPr txBox="1"/>
              <p:nvPr/>
            </p:nvSpPr>
            <p:spPr>
              <a:xfrm>
                <a:off x="7174727" y="2477917"/>
                <a:ext cx="3686900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lvl="1" algn="ctr"/>
                <a:r>
                  <a:rPr lang="zh-CN" altLang="en-US" sz="28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libri" panose="020F0502020204030204" pitchFamily="34" charset="0"/>
                    <a:cs typeface="+mn-ea"/>
                    <a:sym typeface="Calibri" panose="020F0502020204030204" pitchFamily="34" charset="0"/>
                  </a:rPr>
                  <a:t>个人发展规划</a:t>
                </a:r>
                <a:endParaRPr lang="zh-CN" alt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anose="020F0502020204030204" pitchFamily="34" charset="0"/>
                  <a:cs typeface="+mn-ea"/>
                  <a:sym typeface="Calibri" panose="020F0502020204030204" pitchFamily="34" charset="0"/>
                </a:endParaRPr>
              </a:p>
            </p:txBody>
          </p:sp>
        </p:grp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566" y="140834"/>
            <a:ext cx="2158091" cy="78717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2000">
        <p14:prism/>
      </p:transition>
    </mc:Choice>
    <mc:Fallback>
      <p:transition spd="slow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5"/>
          <p:cNvSpPr>
            <a:spLocks noChangeAspect="1"/>
          </p:cNvSpPr>
          <p:nvPr/>
        </p:nvSpPr>
        <p:spPr>
          <a:xfrm>
            <a:off x="783302" y="2106445"/>
            <a:ext cx="4521749" cy="2645110"/>
          </a:xfrm>
          <a:prstGeom prst="roundRect">
            <a:avLst/>
          </a:prstGeom>
          <a:blipFill dpi="0" rotWithShape="1">
            <a:blip r:embed="rId1" cstate="print"/>
            <a:srcRect/>
            <a:stretch>
              <a:fillRect/>
            </a:stretch>
          </a:blipFill>
          <a:ln w="635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0" b="1" dirty="0">
                <a:solidFill>
                  <a:schemeClr val="tx1"/>
                </a:solidFill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PART 01</a:t>
            </a:r>
            <a:endParaRPr lang="zh-CN" altLang="en-US" sz="6000" b="1" dirty="0">
              <a:solidFill>
                <a:schemeClr val="tx1"/>
              </a:solidFill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7" name="任意多边形 57"/>
          <p:cNvSpPr>
            <a:spLocks noChangeAspect="1"/>
          </p:cNvSpPr>
          <p:nvPr/>
        </p:nvSpPr>
        <p:spPr>
          <a:xfrm>
            <a:off x="5497296" y="2106445"/>
            <a:ext cx="6080490" cy="2639729"/>
          </a:xfrm>
          <a:prstGeom prst="roundRect">
            <a:avLst/>
          </a:prstGeom>
          <a:solidFill>
            <a:schemeClr val="accent5"/>
          </a:solidFill>
          <a:ln w="635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6000" b="1" spc="1200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个人简介</a:t>
            </a:r>
            <a:endParaRPr lang="zh-CN" altLang="en-US" sz="6000" b="1" spc="1200" dirty="0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566" y="140834"/>
            <a:ext cx="2158091" cy="78717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7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/>
          <p:cNvGrpSpPr/>
          <p:nvPr/>
        </p:nvGrpSpPr>
        <p:grpSpPr>
          <a:xfrm>
            <a:off x="3818884" y="1699077"/>
            <a:ext cx="4214811" cy="3775574"/>
            <a:chOff x="3988594" y="1541213"/>
            <a:chExt cx="4214811" cy="3775574"/>
          </a:xfrm>
        </p:grpSpPr>
        <p:grpSp>
          <p:nvGrpSpPr>
            <p:cNvPr id="2" name="组合 1"/>
            <p:cNvGrpSpPr/>
            <p:nvPr/>
          </p:nvGrpSpPr>
          <p:grpSpPr>
            <a:xfrm>
              <a:off x="3988594" y="1541213"/>
              <a:ext cx="4214811" cy="3775574"/>
              <a:chOff x="4167192" y="1901576"/>
              <a:chExt cx="4214811" cy="3775574"/>
            </a:xfrm>
          </p:grpSpPr>
          <p:grpSp>
            <p:nvGrpSpPr>
              <p:cNvPr id="3" name="组合 2"/>
              <p:cNvGrpSpPr/>
              <p:nvPr/>
            </p:nvGrpSpPr>
            <p:grpSpPr>
              <a:xfrm>
                <a:off x="4167192" y="1901576"/>
                <a:ext cx="4214811" cy="3775574"/>
                <a:chOff x="4548189" y="2398713"/>
                <a:chExt cx="3579812" cy="3206750"/>
              </a:xfrm>
            </p:grpSpPr>
            <p:sp>
              <p:nvSpPr>
                <p:cNvPr id="9" name="MH_SubTitle_3"/>
                <p:cNvSpPr/>
                <p:nvPr/>
              </p:nvSpPr>
              <p:spPr>
                <a:xfrm rot="19680807" flipH="1">
                  <a:off x="6194425" y="3962400"/>
                  <a:ext cx="990600" cy="1639888"/>
                </a:xfrm>
                <a:custGeom>
                  <a:avLst/>
                  <a:gdLst>
                    <a:gd name="connsiteX0" fmla="*/ 552558 w 990635"/>
                    <a:gd name="connsiteY0" fmla="*/ 0 h 1639846"/>
                    <a:gd name="connsiteX1" fmla="*/ 550395 w 990635"/>
                    <a:gd name="connsiteY1" fmla="*/ 1954 h 1639846"/>
                    <a:gd name="connsiteX2" fmla="*/ 544002 w 990635"/>
                    <a:gd name="connsiteY2" fmla="*/ 6422 h 1639846"/>
                    <a:gd name="connsiteX3" fmla="*/ 534053 w 990635"/>
                    <a:gd name="connsiteY3" fmla="*/ 13452 h 1639846"/>
                    <a:gd name="connsiteX4" fmla="*/ 519152 w 990635"/>
                    <a:gd name="connsiteY4" fmla="*/ 23645 h 1639846"/>
                    <a:gd name="connsiteX5" fmla="*/ 502761 w 990635"/>
                    <a:gd name="connsiteY5" fmla="*/ 35841 h 1639846"/>
                    <a:gd name="connsiteX6" fmla="*/ 482090 w 990635"/>
                    <a:gd name="connsiteY6" fmla="*/ 51250 h 1639846"/>
                    <a:gd name="connsiteX7" fmla="*/ 459257 w 990635"/>
                    <a:gd name="connsiteY7" fmla="*/ 68614 h 1639846"/>
                    <a:gd name="connsiteX8" fmla="*/ 434835 w 990635"/>
                    <a:gd name="connsiteY8" fmla="*/ 89378 h 1639846"/>
                    <a:gd name="connsiteX9" fmla="*/ 407674 w 990635"/>
                    <a:gd name="connsiteY9" fmla="*/ 110653 h 1639846"/>
                    <a:gd name="connsiteX10" fmla="*/ 379498 w 990635"/>
                    <a:gd name="connsiteY10" fmla="*/ 136773 h 1639846"/>
                    <a:gd name="connsiteX11" fmla="*/ 349976 w 990635"/>
                    <a:gd name="connsiteY11" fmla="*/ 162800 h 1639846"/>
                    <a:gd name="connsiteX12" fmla="*/ 319588 w 990635"/>
                    <a:gd name="connsiteY12" fmla="*/ 191575 h 1639846"/>
                    <a:gd name="connsiteX13" fmla="*/ 288331 w 990635"/>
                    <a:gd name="connsiteY13" fmla="*/ 223099 h 1639846"/>
                    <a:gd name="connsiteX14" fmla="*/ 257648 w 990635"/>
                    <a:gd name="connsiteY14" fmla="*/ 256068 h 1639846"/>
                    <a:gd name="connsiteX15" fmla="*/ 227440 w 990635"/>
                    <a:gd name="connsiteY15" fmla="*/ 291880 h 1639846"/>
                    <a:gd name="connsiteX16" fmla="*/ 197185 w 990635"/>
                    <a:gd name="connsiteY16" fmla="*/ 328391 h 1639846"/>
                    <a:gd name="connsiteX17" fmla="*/ 168077 w 990635"/>
                    <a:gd name="connsiteY17" fmla="*/ 367793 h 1639846"/>
                    <a:gd name="connsiteX18" fmla="*/ 139592 w 990635"/>
                    <a:gd name="connsiteY18" fmla="*/ 407940 h 1639846"/>
                    <a:gd name="connsiteX19" fmla="*/ 113026 w 990635"/>
                    <a:gd name="connsiteY19" fmla="*/ 449628 h 1639846"/>
                    <a:gd name="connsiteX20" fmla="*/ 88952 w 990635"/>
                    <a:gd name="connsiteY20" fmla="*/ 494300 h 1639846"/>
                    <a:gd name="connsiteX21" fmla="*/ 66174 w 990635"/>
                    <a:gd name="connsiteY21" fmla="*/ 539765 h 1639846"/>
                    <a:gd name="connsiteX22" fmla="*/ 47427 w 990635"/>
                    <a:gd name="connsiteY22" fmla="*/ 585513 h 1639846"/>
                    <a:gd name="connsiteX23" fmla="*/ 29780 w 990635"/>
                    <a:gd name="connsiteY23" fmla="*/ 634850 h 1639846"/>
                    <a:gd name="connsiteX24" fmla="*/ 16888 w 990635"/>
                    <a:gd name="connsiteY24" fmla="*/ 683819 h 1639846"/>
                    <a:gd name="connsiteX25" fmla="*/ 7258 w 990635"/>
                    <a:gd name="connsiteY25" fmla="*/ 734421 h 1639846"/>
                    <a:gd name="connsiteX26" fmla="*/ 990 w 990635"/>
                    <a:gd name="connsiteY26" fmla="*/ 785259 h 1639846"/>
                    <a:gd name="connsiteX27" fmla="*/ 0 w 990635"/>
                    <a:gd name="connsiteY27" fmla="*/ 837873 h 1639846"/>
                    <a:gd name="connsiteX28" fmla="*/ 2470 w 990635"/>
                    <a:gd name="connsiteY28" fmla="*/ 889324 h 1639846"/>
                    <a:gd name="connsiteX29" fmla="*/ 8397 w 990635"/>
                    <a:gd name="connsiteY29" fmla="*/ 939613 h 1639846"/>
                    <a:gd name="connsiteX30" fmla="*/ 19080 w 990635"/>
                    <a:gd name="connsiteY30" fmla="*/ 989533 h 1639846"/>
                    <a:gd name="connsiteX31" fmla="*/ 31156 w 990635"/>
                    <a:gd name="connsiteY31" fmla="*/ 1038848 h 1639846"/>
                    <a:gd name="connsiteX32" fmla="*/ 47363 w 990635"/>
                    <a:gd name="connsiteY32" fmla="*/ 1087049 h 1639846"/>
                    <a:gd name="connsiteX33" fmla="*/ 65061 w 990635"/>
                    <a:gd name="connsiteY33" fmla="*/ 1133247 h 1639846"/>
                    <a:gd name="connsiteX34" fmla="*/ 85497 w 990635"/>
                    <a:gd name="connsiteY34" fmla="*/ 1178934 h 1639846"/>
                    <a:gd name="connsiteX35" fmla="*/ 108048 w 990635"/>
                    <a:gd name="connsiteY35" fmla="*/ 1223365 h 1639846"/>
                    <a:gd name="connsiteX36" fmla="*/ 131417 w 990635"/>
                    <a:gd name="connsiteY36" fmla="*/ 1265746 h 1639846"/>
                    <a:gd name="connsiteX37" fmla="*/ 156229 w 990635"/>
                    <a:gd name="connsiteY37" fmla="*/ 1306824 h 1639846"/>
                    <a:gd name="connsiteX38" fmla="*/ 181239 w 990635"/>
                    <a:gd name="connsiteY38" fmla="*/ 1345105 h 1639846"/>
                    <a:gd name="connsiteX39" fmla="*/ 206968 w 990635"/>
                    <a:gd name="connsiteY39" fmla="*/ 1382735 h 1639846"/>
                    <a:gd name="connsiteX40" fmla="*/ 233468 w 990635"/>
                    <a:gd name="connsiteY40" fmla="*/ 1419014 h 1639846"/>
                    <a:gd name="connsiteX41" fmla="*/ 259590 w 990635"/>
                    <a:gd name="connsiteY41" fmla="*/ 1451051 h 1639846"/>
                    <a:gd name="connsiteX42" fmla="*/ 285138 w 990635"/>
                    <a:gd name="connsiteY42" fmla="*/ 1481643 h 1639846"/>
                    <a:gd name="connsiteX43" fmla="*/ 309390 w 990635"/>
                    <a:gd name="connsiteY43" fmla="*/ 1511443 h 1639846"/>
                    <a:gd name="connsiteX44" fmla="*/ 333314 w 990635"/>
                    <a:gd name="connsiteY44" fmla="*/ 1536302 h 1639846"/>
                    <a:gd name="connsiteX45" fmla="*/ 354599 w 990635"/>
                    <a:gd name="connsiteY45" fmla="*/ 1560272 h 1639846"/>
                    <a:gd name="connsiteX46" fmla="*/ 374833 w 990635"/>
                    <a:gd name="connsiteY46" fmla="*/ 1579956 h 1639846"/>
                    <a:gd name="connsiteX47" fmla="*/ 393148 w 990635"/>
                    <a:gd name="connsiteY47" fmla="*/ 1598099 h 1639846"/>
                    <a:gd name="connsiteX48" fmla="*/ 407627 w 990635"/>
                    <a:gd name="connsiteY48" fmla="*/ 1613164 h 1639846"/>
                    <a:gd name="connsiteX49" fmla="*/ 420958 w 990635"/>
                    <a:gd name="connsiteY49" fmla="*/ 1625338 h 1639846"/>
                    <a:gd name="connsiteX50" fmla="*/ 429878 w 990635"/>
                    <a:gd name="connsiteY50" fmla="*/ 1632989 h 1639846"/>
                    <a:gd name="connsiteX51" fmla="*/ 435535 w 990635"/>
                    <a:gd name="connsiteY51" fmla="*/ 1639005 h 1639846"/>
                    <a:gd name="connsiteX52" fmla="*/ 437502 w 990635"/>
                    <a:gd name="connsiteY52" fmla="*/ 1639846 h 1639846"/>
                    <a:gd name="connsiteX53" fmla="*/ 440240 w 990635"/>
                    <a:gd name="connsiteY53" fmla="*/ 1639336 h 1639846"/>
                    <a:gd name="connsiteX54" fmla="*/ 446682 w 990635"/>
                    <a:gd name="connsiteY54" fmla="*/ 1634169 h 1639846"/>
                    <a:gd name="connsiteX55" fmla="*/ 457256 w 990635"/>
                    <a:gd name="connsiteY55" fmla="*/ 1627886 h 1639846"/>
                    <a:gd name="connsiteX56" fmla="*/ 471483 w 990635"/>
                    <a:gd name="connsiteY56" fmla="*/ 1617645 h 1639846"/>
                    <a:gd name="connsiteX57" fmla="*/ 487924 w 990635"/>
                    <a:gd name="connsiteY57" fmla="*/ 1604750 h 1639846"/>
                    <a:gd name="connsiteX58" fmla="*/ 508593 w 990635"/>
                    <a:gd name="connsiteY58" fmla="*/ 1589341 h 1639846"/>
                    <a:gd name="connsiteX59" fmla="*/ 530706 w 990635"/>
                    <a:gd name="connsiteY59" fmla="*/ 1572630 h 1639846"/>
                    <a:gd name="connsiteX60" fmla="*/ 555801 w 990635"/>
                    <a:gd name="connsiteY60" fmla="*/ 1551912 h 1639846"/>
                    <a:gd name="connsiteX61" fmla="*/ 582961 w 990635"/>
                    <a:gd name="connsiteY61" fmla="*/ 1530637 h 1639846"/>
                    <a:gd name="connsiteX62" fmla="*/ 611138 w 990635"/>
                    <a:gd name="connsiteY62" fmla="*/ 1504517 h 1639846"/>
                    <a:gd name="connsiteX63" fmla="*/ 640707 w 990635"/>
                    <a:gd name="connsiteY63" fmla="*/ 1477791 h 1639846"/>
                    <a:gd name="connsiteX64" fmla="*/ 670375 w 990635"/>
                    <a:gd name="connsiteY64" fmla="*/ 1449668 h 1639846"/>
                    <a:gd name="connsiteX65" fmla="*/ 701009 w 990635"/>
                    <a:gd name="connsiteY65" fmla="*/ 1417398 h 1639846"/>
                    <a:gd name="connsiteX66" fmla="*/ 732413 w 990635"/>
                    <a:gd name="connsiteY66" fmla="*/ 1383777 h 1639846"/>
                    <a:gd name="connsiteX67" fmla="*/ 763195 w 990635"/>
                    <a:gd name="connsiteY67" fmla="*/ 1349410 h 1639846"/>
                    <a:gd name="connsiteX68" fmla="*/ 793499 w 990635"/>
                    <a:gd name="connsiteY68" fmla="*/ 1312200 h 1639846"/>
                    <a:gd name="connsiteX69" fmla="*/ 822559 w 990635"/>
                    <a:gd name="connsiteY69" fmla="*/ 1273497 h 1639846"/>
                    <a:gd name="connsiteX70" fmla="*/ 851093 w 990635"/>
                    <a:gd name="connsiteY70" fmla="*/ 1232651 h 1639846"/>
                    <a:gd name="connsiteX71" fmla="*/ 877036 w 990635"/>
                    <a:gd name="connsiteY71" fmla="*/ 1190217 h 1639846"/>
                    <a:gd name="connsiteX72" fmla="*/ 901684 w 990635"/>
                    <a:gd name="connsiteY72" fmla="*/ 1146991 h 1639846"/>
                    <a:gd name="connsiteX73" fmla="*/ 924462 w 990635"/>
                    <a:gd name="connsiteY73" fmla="*/ 1101525 h 1639846"/>
                    <a:gd name="connsiteX74" fmla="*/ 943306 w 990635"/>
                    <a:gd name="connsiteY74" fmla="*/ 1054380 h 1639846"/>
                    <a:gd name="connsiteX75" fmla="*/ 960854 w 990635"/>
                    <a:gd name="connsiteY75" fmla="*/ 1006440 h 1639846"/>
                    <a:gd name="connsiteX76" fmla="*/ 973747 w 990635"/>
                    <a:gd name="connsiteY76" fmla="*/ 957472 h 1639846"/>
                    <a:gd name="connsiteX77" fmla="*/ 983377 w 990635"/>
                    <a:gd name="connsiteY77" fmla="*/ 906869 h 1639846"/>
                    <a:gd name="connsiteX78" fmla="*/ 989072 w 990635"/>
                    <a:gd name="connsiteY78" fmla="*/ 854586 h 1639846"/>
                    <a:gd name="connsiteX79" fmla="*/ 990635 w 990635"/>
                    <a:gd name="connsiteY79" fmla="*/ 803417 h 1639846"/>
                    <a:gd name="connsiteX80" fmla="*/ 988166 w 990635"/>
                    <a:gd name="connsiteY80" fmla="*/ 751966 h 1639846"/>
                    <a:gd name="connsiteX81" fmla="*/ 982238 w 990635"/>
                    <a:gd name="connsiteY81" fmla="*/ 701678 h 1639846"/>
                    <a:gd name="connsiteX82" fmla="*/ 971654 w 990635"/>
                    <a:gd name="connsiteY82" fmla="*/ 650359 h 1639846"/>
                    <a:gd name="connsiteX83" fmla="*/ 959480 w 990635"/>
                    <a:gd name="connsiteY83" fmla="*/ 602441 h 1639846"/>
                    <a:gd name="connsiteX84" fmla="*/ 943273 w 990635"/>
                    <a:gd name="connsiteY84" fmla="*/ 554241 h 1639846"/>
                    <a:gd name="connsiteX85" fmla="*/ 925000 w 990635"/>
                    <a:gd name="connsiteY85" fmla="*/ 506598 h 1639846"/>
                    <a:gd name="connsiteX86" fmla="*/ 905188 w 990635"/>
                    <a:gd name="connsiteY86" fmla="*/ 461656 h 1639846"/>
                    <a:gd name="connsiteX87" fmla="*/ 882588 w 990635"/>
                    <a:gd name="connsiteY87" fmla="*/ 417925 h 1639846"/>
                    <a:gd name="connsiteX88" fmla="*/ 859268 w 990635"/>
                    <a:gd name="connsiteY88" fmla="*/ 374845 h 1639846"/>
                    <a:gd name="connsiteX89" fmla="*/ 834405 w 990635"/>
                    <a:gd name="connsiteY89" fmla="*/ 334466 h 1639846"/>
                    <a:gd name="connsiteX90" fmla="*/ 808823 w 990635"/>
                    <a:gd name="connsiteY90" fmla="*/ 294740 h 1639846"/>
                    <a:gd name="connsiteX91" fmla="*/ 782373 w 990635"/>
                    <a:gd name="connsiteY91" fmla="*/ 257761 h 1639846"/>
                    <a:gd name="connsiteX92" fmla="*/ 756495 w 990635"/>
                    <a:gd name="connsiteY92" fmla="*/ 222230 h 1639846"/>
                    <a:gd name="connsiteX93" fmla="*/ 731094 w 990635"/>
                    <a:gd name="connsiteY93" fmla="*/ 189540 h 1639846"/>
                    <a:gd name="connsiteX94" fmla="*/ 705497 w 990635"/>
                    <a:gd name="connsiteY94" fmla="*/ 159646 h 1639846"/>
                    <a:gd name="connsiteX95" fmla="*/ 681245 w 990635"/>
                    <a:gd name="connsiteY95" fmla="*/ 129847 h 1639846"/>
                    <a:gd name="connsiteX96" fmla="*/ 657321 w 990635"/>
                    <a:gd name="connsiteY96" fmla="*/ 104989 h 1639846"/>
                    <a:gd name="connsiteX97" fmla="*/ 635364 w 990635"/>
                    <a:gd name="connsiteY97" fmla="*/ 80970 h 1639846"/>
                    <a:gd name="connsiteX98" fmla="*/ 615852 w 990635"/>
                    <a:gd name="connsiteY98" fmla="*/ 60634 h 1639846"/>
                    <a:gd name="connsiteX99" fmla="*/ 597536 w 990635"/>
                    <a:gd name="connsiteY99" fmla="*/ 42491 h 1639846"/>
                    <a:gd name="connsiteX100" fmla="*/ 583008 w 990635"/>
                    <a:gd name="connsiteY100" fmla="*/ 28125 h 1639846"/>
                    <a:gd name="connsiteX101" fmla="*/ 570350 w 990635"/>
                    <a:gd name="connsiteY101" fmla="*/ 15999 h 1639846"/>
                    <a:gd name="connsiteX102" fmla="*/ 560807 w 990635"/>
                    <a:gd name="connsiteY102" fmla="*/ 7602 h 1639846"/>
                    <a:gd name="connsiteX103" fmla="*/ 555101 w 990635"/>
                    <a:gd name="connsiteY103" fmla="*/ 2284 h 16398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</a:cxnLst>
                  <a:rect l="l" t="t" r="r" b="b"/>
                  <a:pathLst>
                    <a:path w="990635" h="1639846">
                      <a:moveTo>
                        <a:pt x="552558" y="0"/>
                      </a:moveTo>
                      <a:lnTo>
                        <a:pt x="550395" y="1954"/>
                      </a:lnTo>
                      <a:lnTo>
                        <a:pt x="544002" y="6422"/>
                      </a:lnTo>
                      <a:lnTo>
                        <a:pt x="534053" y="13452"/>
                      </a:lnTo>
                      <a:lnTo>
                        <a:pt x="519152" y="23645"/>
                      </a:lnTo>
                      <a:lnTo>
                        <a:pt x="502761" y="35841"/>
                      </a:lnTo>
                      <a:lnTo>
                        <a:pt x="482090" y="51250"/>
                      </a:lnTo>
                      <a:lnTo>
                        <a:pt x="459257" y="68614"/>
                      </a:lnTo>
                      <a:lnTo>
                        <a:pt x="434835" y="89378"/>
                      </a:lnTo>
                      <a:lnTo>
                        <a:pt x="407674" y="110653"/>
                      </a:lnTo>
                      <a:lnTo>
                        <a:pt x="379498" y="136773"/>
                      </a:lnTo>
                      <a:lnTo>
                        <a:pt x="349976" y="162800"/>
                      </a:lnTo>
                      <a:lnTo>
                        <a:pt x="319588" y="191575"/>
                      </a:lnTo>
                      <a:lnTo>
                        <a:pt x="288331" y="223099"/>
                      </a:lnTo>
                      <a:lnTo>
                        <a:pt x="257648" y="256068"/>
                      </a:lnTo>
                      <a:lnTo>
                        <a:pt x="227440" y="291880"/>
                      </a:lnTo>
                      <a:lnTo>
                        <a:pt x="197185" y="328391"/>
                      </a:lnTo>
                      <a:lnTo>
                        <a:pt x="168077" y="367793"/>
                      </a:lnTo>
                      <a:lnTo>
                        <a:pt x="139592" y="407940"/>
                      </a:lnTo>
                      <a:lnTo>
                        <a:pt x="113026" y="449628"/>
                      </a:lnTo>
                      <a:lnTo>
                        <a:pt x="88952" y="494300"/>
                      </a:lnTo>
                      <a:lnTo>
                        <a:pt x="66174" y="539765"/>
                      </a:lnTo>
                      <a:lnTo>
                        <a:pt x="47427" y="585513"/>
                      </a:lnTo>
                      <a:lnTo>
                        <a:pt x="29780" y="634850"/>
                      </a:lnTo>
                      <a:lnTo>
                        <a:pt x="16888" y="683819"/>
                      </a:lnTo>
                      <a:lnTo>
                        <a:pt x="7258" y="734421"/>
                      </a:lnTo>
                      <a:lnTo>
                        <a:pt x="990" y="785259"/>
                      </a:lnTo>
                      <a:lnTo>
                        <a:pt x="0" y="837873"/>
                      </a:lnTo>
                      <a:lnTo>
                        <a:pt x="2470" y="889324"/>
                      </a:lnTo>
                      <a:lnTo>
                        <a:pt x="8397" y="939613"/>
                      </a:lnTo>
                      <a:lnTo>
                        <a:pt x="19080" y="989533"/>
                      </a:lnTo>
                      <a:lnTo>
                        <a:pt x="31156" y="1038848"/>
                      </a:lnTo>
                      <a:lnTo>
                        <a:pt x="47363" y="1087049"/>
                      </a:lnTo>
                      <a:lnTo>
                        <a:pt x="65061" y="1133247"/>
                      </a:lnTo>
                      <a:lnTo>
                        <a:pt x="85497" y="1178934"/>
                      </a:lnTo>
                      <a:lnTo>
                        <a:pt x="108048" y="1223365"/>
                      </a:lnTo>
                      <a:lnTo>
                        <a:pt x="131417" y="1265746"/>
                      </a:lnTo>
                      <a:lnTo>
                        <a:pt x="156229" y="1306824"/>
                      </a:lnTo>
                      <a:lnTo>
                        <a:pt x="181239" y="1345105"/>
                      </a:lnTo>
                      <a:lnTo>
                        <a:pt x="206968" y="1382735"/>
                      </a:lnTo>
                      <a:lnTo>
                        <a:pt x="233468" y="1419014"/>
                      </a:lnTo>
                      <a:lnTo>
                        <a:pt x="259590" y="1451051"/>
                      </a:lnTo>
                      <a:lnTo>
                        <a:pt x="285138" y="1481643"/>
                      </a:lnTo>
                      <a:lnTo>
                        <a:pt x="309390" y="1511443"/>
                      </a:lnTo>
                      <a:lnTo>
                        <a:pt x="333314" y="1536302"/>
                      </a:lnTo>
                      <a:lnTo>
                        <a:pt x="354599" y="1560272"/>
                      </a:lnTo>
                      <a:lnTo>
                        <a:pt x="374833" y="1579956"/>
                      </a:lnTo>
                      <a:lnTo>
                        <a:pt x="393148" y="1598099"/>
                      </a:lnTo>
                      <a:lnTo>
                        <a:pt x="407627" y="1613164"/>
                      </a:lnTo>
                      <a:lnTo>
                        <a:pt x="420958" y="1625338"/>
                      </a:lnTo>
                      <a:lnTo>
                        <a:pt x="429878" y="1632989"/>
                      </a:lnTo>
                      <a:lnTo>
                        <a:pt x="435535" y="1639005"/>
                      </a:lnTo>
                      <a:lnTo>
                        <a:pt x="437502" y="1639846"/>
                      </a:lnTo>
                      <a:lnTo>
                        <a:pt x="440240" y="1639336"/>
                      </a:lnTo>
                      <a:lnTo>
                        <a:pt x="446682" y="1634169"/>
                      </a:lnTo>
                      <a:lnTo>
                        <a:pt x="457256" y="1627886"/>
                      </a:lnTo>
                      <a:lnTo>
                        <a:pt x="471483" y="1617645"/>
                      </a:lnTo>
                      <a:lnTo>
                        <a:pt x="487924" y="1604750"/>
                      </a:lnTo>
                      <a:lnTo>
                        <a:pt x="508593" y="1589341"/>
                      </a:lnTo>
                      <a:lnTo>
                        <a:pt x="530706" y="1572630"/>
                      </a:lnTo>
                      <a:lnTo>
                        <a:pt x="555801" y="1551912"/>
                      </a:lnTo>
                      <a:lnTo>
                        <a:pt x="582961" y="1530637"/>
                      </a:lnTo>
                      <a:lnTo>
                        <a:pt x="611138" y="1504517"/>
                      </a:lnTo>
                      <a:lnTo>
                        <a:pt x="640707" y="1477791"/>
                      </a:lnTo>
                      <a:lnTo>
                        <a:pt x="670375" y="1449668"/>
                      </a:lnTo>
                      <a:lnTo>
                        <a:pt x="701009" y="1417398"/>
                      </a:lnTo>
                      <a:lnTo>
                        <a:pt x="732413" y="1383777"/>
                      </a:lnTo>
                      <a:lnTo>
                        <a:pt x="763195" y="1349410"/>
                      </a:lnTo>
                      <a:lnTo>
                        <a:pt x="793499" y="1312200"/>
                      </a:lnTo>
                      <a:lnTo>
                        <a:pt x="822559" y="1273497"/>
                      </a:lnTo>
                      <a:lnTo>
                        <a:pt x="851093" y="1232651"/>
                      </a:lnTo>
                      <a:lnTo>
                        <a:pt x="877036" y="1190217"/>
                      </a:lnTo>
                      <a:lnTo>
                        <a:pt x="901684" y="1146991"/>
                      </a:lnTo>
                      <a:lnTo>
                        <a:pt x="924462" y="1101525"/>
                      </a:lnTo>
                      <a:lnTo>
                        <a:pt x="943306" y="1054380"/>
                      </a:lnTo>
                      <a:lnTo>
                        <a:pt x="960854" y="1006440"/>
                      </a:lnTo>
                      <a:lnTo>
                        <a:pt x="973747" y="957472"/>
                      </a:lnTo>
                      <a:lnTo>
                        <a:pt x="983377" y="906869"/>
                      </a:lnTo>
                      <a:lnTo>
                        <a:pt x="989072" y="854586"/>
                      </a:lnTo>
                      <a:lnTo>
                        <a:pt x="990635" y="803417"/>
                      </a:lnTo>
                      <a:lnTo>
                        <a:pt x="988166" y="751966"/>
                      </a:lnTo>
                      <a:lnTo>
                        <a:pt x="982238" y="701678"/>
                      </a:lnTo>
                      <a:lnTo>
                        <a:pt x="971654" y="650359"/>
                      </a:lnTo>
                      <a:lnTo>
                        <a:pt x="959480" y="602441"/>
                      </a:lnTo>
                      <a:lnTo>
                        <a:pt x="943273" y="554241"/>
                      </a:lnTo>
                      <a:lnTo>
                        <a:pt x="925000" y="506598"/>
                      </a:lnTo>
                      <a:lnTo>
                        <a:pt x="905188" y="461656"/>
                      </a:lnTo>
                      <a:lnTo>
                        <a:pt x="882588" y="417925"/>
                      </a:lnTo>
                      <a:lnTo>
                        <a:pt x="859268" y="374845"/>
                      </a:lnTo>
                      <a:lnTo>
                        <a:pt x="834405" y="334466"/>
                      </a:lnTo>
                      <a:lnTo>
                        <a:pt x="808823" y="294740"/>
                      </a:lnTo>
                      <a:lnTo>
                        <a:pt x="782373" y="257761"/>
                      </a:lnTo>
                      <a:lnTo>
                        <a:pt x="756495" y="222230"/>
                      </a:lnTo>
                      <a:lnTo>
                        <a:pt x="731094" y="189540"/>
                      </a:lnTo>
                      <a:lnTo>
                        <a:pt x="705497" y="159646"/>
                      </a:lnTo>
                      <a:lnTo>
                        <a:pt x="681245" y="129847"/>
                      </a:lnTo>
                      <a:lnTo>
                        <a:pt x="657321" y="104989"/>
                      </a:lnTo>
                      <a:lnTo>
                        <a:pt x="635364" y="80970"/>
                      </a:lnTo>
                      <a:lnTo>
                        <a:pt x="615852" y="60634"/>
                      </a:lnTo>
                      <a:lnTo>
                        <a:pt x="597536" y="42491"/>
                      </a:lnTo>
                      <a:lnTo>
                        <a:pt x="583008" y="28125"/>
                      </a:lnTo>
                      <a:lnTo>
                        <a:pt x="570350" y="15999"/>
                      </a:lnTo>
                      <a:lnTo>
                        <a:pt x="560807" y="7602"/>
                      </a:lnTo>
                      <a:lnTo>
                        <a:pt x="555101" y="2284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w="57150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72000" rIns="0" bIns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lnSpc>
                      <a:spcPct val="120000"/>
                    </a:lnSpc>
                    <a:defRPr/>
                  </a:pPr>
                  <a:endParaRPr lang="en-US" altLang="zh-CN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cs typeface="+mn-ea"/>
                    <a:sym typeface="Calibri" panose="020F0502020204030204" pitchFamily="34" charset="0"/>
                  </a:endParaRPr>
                </a:p>
              </p:txBody>
            </p:sp>
            <p:sp>
              <p:nvSpPr>
                <p:cNvPr id="10" name="MH_SubTitle_1"/>
                <p:cNvSpPr/>
                <p:nvPr/>
              </p:nvSpPr>
              <p:spPr bwMode="gray">
                <a:xfrm>
                  <a:off x="5688013" y="2398713"/>
                  <a:ext cx="990600" cy="1644650"/>
                </a:xfrm>
                <a:custGeom>
                  <a:avLst/>
                  <a:gdLst>
                    <a:gd name="T0" fmla="*/ 1467 w 1470"/>
                    <a:gd name="T1" fmla="*/ 1246 h 2346"/>
                    <a:gd name="T2" fmla="*/ 1444 w 1470"/>
                    <a:gd name="T3" fmla="*/ 1390 h 2346"/>
                    <a:gd name="T4" fmla="*/ 1400 w 1470"/>
                    <a:gd name="T5" fmla="*/ 1529 h 2346"/>
                    <a:gd name="T6" fmla="*/ 1339 w 1470"/>
                    <a:gd name="T7" fmla="*/ 1662 h 2346"/>
                    <a:gd name="T8" fmla="*/ 1267 w 1470"/>
                    <a:gd name="T9" fmla="*/ 1784 h 2346"/>
                    <a:gd name="T10" fmla="*/ 1187 w 1470"/>
                    <a:gd name="T11" fmla="*/ 1898 h 2346"/>
                    <a:gd name="T12" fmla="*/ 1102 w 1470"/>
                    <a:gd name="T13" fmla="*/ 2002 h 2346"/>
                    <a:gd name="T14" fmla="*/ 1019 w 1470"/>
                    <a:gd name="T15" fmla="*/ 2094 h 2346"/>
                    <a:gd name="T16" fmla="*/ 939 w 1470"/>
                    <a:gd name="T17" fmla="*/ 2174 h 2346"/>
                    <a:gd name="T18" fmla="*/ 866 w 1470"/>
                    <a:gd name="T19" fmla="*/ 2239 h 2346"/>
                    <a:gd name="T20" fmla="*/ 806 w 1470"/>
                    <a:gd name="T21" fmla="*/ 2290 h 2346"/>
                    <a:gd name="T22" fmla="*/ 763 w 1470"/>
                    <a:gd name="T23" fmla="*/ 2325 h 2346"/>
                    <a:gd name="T24" fmla="*/ 739 w 1470"/>
                    <a:gd name="T25" fmla="*/ 2343 h 2346"/>
                    <a:gd name="T26" fmla="*/ 732 w 1470"/>
                    <a:gd name="T27" fmla="*/ 2343 h 2346"/>
                    <a:gd name="T28" fmla="*/ 709 w 1470"/>
                    <a:gd name="T29" fmla="*/ 2325 h 2346"/>
                    <a:gd name="T30" fmla="*/ 665 w 1470"/>
                    <a:gd name="T31" fmla="*/ 2290 h 2346"/>
                    <a:gd name="T32" fmla="*/ 604 w 1470"/>
                    <a:gd name="T33" fmla="*/ 2239 h 2346"/>
                    <a:gd name="T34" fmla="*/ 532 w 1470"/>
                    <a:gd name="T35" fmla="*/ 2174 h 2346"/>
                    <a:gd name="T36" fmla="*/ 452 w 1470"/>
                    <a:gd name="T37" fmla="*/ 2094 h 2346"/>
                    <a:gd name="T38" fmla="*/ 367 w 1470"/>
                    <a:gd name="T39" fmla="*/ 2002 h 2346"/>
                    <a:gd name="T40" fmla="*/ 284 w 1470"/>
                    <a:gd name="T41" fmla="*/ 1898 h 2346"/>
                    <a:gd name="T42" fmla="*/ 204 w 1470"/>
                    <a:gd name="T43" fmla="*/ 1784 h 2346"/>
                    <a:gd name="T44" fmla="*/ 131 w 1470"/>
                    <a:gd name="T45" fmla="*/ 1662 h 2346"/>
                    <a:gd name="T46" fmla="*/ 71 w 1470"/>
                    <a:gd name="T47" fmla="*/ 1529 h 2346"/>
                    <a:gd name="T48" fmla="*/ 27 w 1470"/>
                    <a:gd name="T49" fmla="*/ 1390 h 2346"/>
                    <a:gd name="T50" fmla="*/ 4 w 1470"/>
                    <a:gd name="T51" fmla="*/ 1246 h 2346"/>
                    <a:gd name="T52" fmla="*/ 4 w 1470"/>
                    <a:gd name="T53" fmla="*/ 1098 h 2346"/>
                    <a:gd name="T54" fmla="*/ 27 w 1470"/>
                    <a:gd name="T55" fmla="*/ 954 h 2346"/>
                    <a:gd name="T56" fmla="*/ 71 w 1470"/>
                    <a:gd name="T57" fmla="*/ 815 h 2346"/>
                    <a:gd name="T58" fmla="*/ 131 w 1470"/>
                    <a:gd name="T59" fmla="*/ 684 h 2346"/>
                    <a:gd name="T60" fmla="*/ 204 w 1470"/>
                    <a:gd name="T61" fmla="*/ 560 h 2346"/>
                    <a:gd name="T62" fmla="*/ 284 w 1470"/>
                    <a:gd name="T63" fmla="*/ 446 h 2346"/>
                    <a:gd name="T64" fmla="*/ 367 w 1470"/>
                    <a:gd name="T65" fmla="*/ 343 h 2346"/>
                    <a:gd name="T66" fmla="*/ 452 w 1470"/>
                    <a:gd name="T67" fmla="*/ 251 h 2346"/>
                    <a:gd name="T68" fmla="*/ 532 w 1470"/>
                    <a:gd name="T69" fmla="*/ 170 h 2346"/>
                    <a:gd name="T70" fmla="*/ 604 w 1470"/>
                    <a:gd name="T71" fmla="*/ 105 h 2346"/>
                    <a:gd name="T72" fmla="*/ 665 w 1470"/>
                    <a:gd name="T73" fmla="*/ 55 h 2346"/>
                    <a:gd name="T74" fmla="*/ 709 w 1470"/>
                    <a:gd name="T75" fmla="*/ 19 h 2346"/>
                    <a:gd name="T76" fmla="*/ 732 w 1470"/>
                    <a:gd name="T77" fmla="*/ 1 h 2346"/>
                    <a:gd name="T78" fmla="*/ 739 w 1470"/>
                    <a:gd name="T79" fmla="*/ 1 h 2346"/>
                    <a:gd name="T80" fmla="*/ 763 w 1470"/>
                    <a:gd name="T81" fmla="*/ 19 h 2346"/>
                    <a:gd name="T82" fmla="*/ 806 w 1470"/>
                    <a:gd name="T83" fmla="*/ 55 h 2346"/>
                    <a:gd name="T84" fmla="*/ 866 w 1470"/>
                    <a:gd name="T85" fmla="*/ 105 h 2346"/>
                    <a:gd name="T86" fmla="*/ 939 w 1470"/>
                    <a:gd name="T87" fmla="*/ 170 h 2346"/>
                    <a:gd name="T88" fmla="*/ 1019 w 1470"/>
                    <a:gd name="T89" fmla="*/ 251 h 2346"/>
                    <a:gd name="T90" fmla="*/ 1102 w 1470"/>
                    <a:gd name="T91" fmla="*/ 343 h 2346"/>
                    <a:gd name="T92" fmla="*/ 1187 w 1470"/>
                    <a:gd name="T93" fmla="*/ 446 h 2346"/>
                    <a:gd name="T94" fmla="*/ 1267 w 1470"/>
                    <a:gd name="T95" fmla="*/ 560 h 2346"/>
                    <a:gd name="T96" fmla="*/ 1339 w 1470"/>
                    <a:gd name="T97" fmla="*/ 684 h 2346"/>
                    <a:gd name="T98" fmla="*/ 1400 w 1470"/>
                    <a:gd name="T99" fmla="*/ 815 h 2346"/>
                    <a:gd name="T100" fmla="*/ 1444 w 1470"/>
                    <a:gd name="T101" fmla="*/ 954 h 2346"/>
                    <a:gd name="T102" fmla="*/ 1467 w 1470"/>
                    <a:gd name="T103" fmla="*/ 1098 h 23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1470" h="2346">
                      <a:moveTo>
                        <a:pt x="1470" y="1173"/>
                      </a:moveTo>
                      <a:lnTo>
                        <a:pt x="1467" y="1246"/>
                      </a:lnTo>
                      <a:lnTo>
                        <a:pt x="1458" y="1319"/>
                      </a:lnTo>
                      <a:lnTo>
                        <a:pt x="1444" y="1390"/>
                      </a:lnTo>
                      <a:lnTo>
                        <a:pt x="1423" y="1462"/>
                      </a:lnTo>
                      <a:lnTo>
                        <a:pt x="1400" y="1529"/>
                      </a:lnTo>
                      <a:lnTo>
                        <a:pt x="1371" y="1596"/>
                      </a:lnTo>
                      <a:lnTo>
                        <a:pt x="1339" y="1662"/>
                      </a:lnTo>
                      <a:lnTo>
                        <a:pt x="1305" y="1724"/>
                      </a:lnTo>
                      <a:lnTo>
                        <a:pt x="1267" y="1784"/>
                      </a:lnTo>
                      <a:lnTo>
                        <a:pt x="1228" y="1843"/>
                      </a:lnTo>
                      <a:lnTo>
                        <a:pt x="1187" y="1898"/>
                      </a:lnTo>
                      <a:lnTo>
                        <a:pt x="1145" y="1952"/>
                      </a:lnTo>
                      <a:lnTo>
                        <a:pt x="1102" y="2002"/>
                      </a:lnTo>
                      <a:lnTo>
                        <a:pt x="1060" y="2050"/>
                      </a:lnTo>
                      <a:lnTo>
                        <a:pt x="1019" y="2094"/>
                      </a:lnTo>
                      <a:lnTo>
                        <a:pt x="978" y="2134"/>
                      </a:lnTo>
                      <a:lnTo>
                        <a:pt x="939" y="2174"/>
                      </a:lnTo>
                      <a:lnTo>
                        <a:pt x="901" y="2207"/>
                      </a:lnTo>
                      <a:lnTo>
                        <a:pt x="866" y="2239"/>
                      </a:lnTo>
                      <a:lnTo>
                        <a:pt x="835" y="2266"/>
                      </a:lnTo>
                      <a:lnTo>
                        <a:pt x="806" y="2290"/>
                      </a:lnTo>
                      <a:lnTo>
                        <a:pt x="783" y="2309"/>
                      </a:lnTo>
                      <a:lnTo>
                        <a:pt x="763" y="2325"/>
                      </a:lnTo>
                      <a:lnTo>
                        <a:pt x="748" y="2336"/>
                      </a:lnTo>
                      <a:lnTo>
                        <a:pt x="739" y="2343"/>
                      </a:lnTo>
                      <a:lnTo>
                        <a:pt x="735" y="2346"/>
                      </a:lnTo>
                      <a:lnTo>
                        <a:pt x="732" y="2343"/>
                      </a:lnTo>
                      <a:lnTo>
                        <a:pt x="723" y="2336"/>
                      </a:lnTo>
                      <a:lnTo>
                        <a:pt x="709" y="2325"/>
                      </a:lnTo>
                      <a:lnTo>
                        <a:pt x="688" y="2309"/>
                      </a:lnTo>
                      <a:lnTo>
                        <a:pt x="665" y="2290"/>
                      </a:lnTo>
                      <a:lnTo>
                        <a:pt x="636" y="2266"/>
                      </a:lnTo>
                      <a:lnTo>
                        <a:pt x="604" y="2239"/>
                      </a:lnTo>
                      <a:lnTo>
                        <a:pt x="570" y="2207"/>
                      </a:lnTo>
                      <a:lnTo>
                        <a:pt x="532" y="2174"/>
                      </a:lnTo>
                      <a:lnTo>
                        <a:pt x="493" y="2134"/>
                      </a:lnTo>
                      <a:lnTo>
                        <a:pt x="452" y="2094"/>
                      </a:lnTo>
                      <a:lnTo>
                        <a:pt x="410" y="2050"/>
                      </a:lnTo>
                      <a:lnTo>
                        <a:pt x="367" y="2002"/>
                      </a:lnTo>
                      <a:lnTo>
                        <a:pt x="325" y="1952"/>
                      </a:lnTo>
                      <a:lnTo>
                        <a:pt x="284" y="1898"/>
                      </a:lnTo>
                      <a:lnTo>
                        <a:pt x="243" y="1843"/>
                      </a:lnTo>
                      <a:lnTo>
                        <a:pt x="204" y="1784"/>
                      </a:lnTo>
                      <a:lnTo>
                        <a:pt x="166" y="1724"/>
                      </a:lnTo>
                      <a:lnTo>
                        <a:pt x="131" y="1662"/>
                      </a:lnTo>
                      <a:lnTo>
                        <a:pt x="100" y="1596"/>
                      </a:lnTo>
                      <a:lnTo>
                        <a:pt x="71" y="1529"/>
                      </a:lnTo>
                      <a:lnTo>
                        <a:pt x="48" y="1462"/>
                      </a:lnTo>
                      <a:lnTo>
                        <a:pt x="27" y="1390"/>
                      </a:lnTo>
                      <a:lnTo>
                        <a:pt x="13" y="1319"/>
                      </a:lnTo>
                      <a:lnTo>
                        <a:pt x="4" y="1246"/>
                      </a:lnTo>
                      <a:lnTo>
                        <a:pt x="0" y="1173"/>
                      </a:lnTo>
                      <a:lnTo>
                        <a:pt x="4" y="1098"/>
                      </a:lnTo>
                      <a:lnTo>
                        <a:pt x="13" y="1025"/>
                      </a:lnTo>
                      <a:lnTo>
                        <a:pt x="27" y="954"/>
                      </a:lnTo>
                      <a:lnTo>
                        <a:pt x="48" y="884"/>
                      </a:lnTo>
                      <a:lnTo>
                        <a:pt x="71" y="815"/>
                      </a:lnTo>
                      <a:lnTo>
                        <a:pt x="100" y="748"/>
                      </a:lnTo>
                      <a:lnTo>
                        <a:pt x="131" y="684"/>
                      </a:lnTo>
                      <a:lnTo>
                        <a:pt x="166" y="621"/>
                      </a:lnTo>
                      <a:lnTo>
                        <a:pt x="204" y="560"/>
                      </a:lnTo>
                      <a:lnTo>
                        <a:pt x="243" y="502"/>
                      </a:lnTo>
                      <a:lnTo>
                        <a:pt x="284" y="446"/>
                      </a:lnTo>
                      <a:lnTo>
                        <a:pt x="325" y="394"/>
                      </a:lnTo>
                      <a:lnTo>
                        <a:pt x="367" y="343"/>
                      </a:lnTo>
                      <a:lnTo>
                        <a:pt x="410" y="294"/>
                      </a:lnTo>
                      <a:lnTo>
                        <a:pt x="452" y="251"/>
                      </a:lnTo>
                      <a:lnTo>
                        <a:pt x="493" y="210"/>
                      </a:lnTo>
                      <a:lnTo>
                        <a:pt x="532" y="170"/>
                      </a:lnTo>
                      <a:lnTo>
                        <a:pt x="570" y="137"/>
                      </a:lnTo>
                      <a:lnTo>
                        <a:pt x="604" y="105"/>
                      </a:lnTo>
                      <a:lnTo>
                        <a:pt x="636" y="79"/>
                      </a:lnTo>
                      <a:lnTo>
                        <a:pt x="665" y="55"/>
                      </a:lnTo>
                      <a:lnTo>
                        <a:pt x="688" y="35"/>
                      </a:lnTo>
                      <a:lnTo>
                        <a:pt x="709" y="19"/>
                      </a:lnTo>
                      <a:lnTo>
                        <a:pt x="723" y="9"/>
                      </a:lnTo>
                      <a:lnTo>
                        <a:pt x="732" y="1"/>
                      </a:lnTo>
                      <a:lnTo>
                        <a:pt x="735" y="0"/>
                      </a:lnTo>
                      <a:lnTo>
                        <a:pt x="739" y="1"/>
                      </a:lnTo>
                      <a:lnTo>
                        <a:pt x="748" y="9"/>
                      </a:lnTo>
                      <a:lnTo>
                        <a:pt x="763" y="19"/>
                      </a:lnTo>
                      <a:lnTo>
                        <a:pt x="783" y="35"/>
                      </a:lnTo>
                      <a:lnTo>
                        <a:pt x="806" y="55"/>
                      </a:lnTo>
                      <a:lnTo>
                        <a:pt x="835" y="79"/>
                      </a:lnTo>
                      <a:lnTo>
                        <a:pt x="866" y="105"/>
                      </a:lnTo>
                      <a:lnTo>
                        <a:pt x="901" y="137"/>
                      </a:lnTo>
                      <a:lnTo>
                        <a:pt x="939" y="170"/>
                      </a:lnTo>
                      <a:lnTo>
                        <a:pt x="978" y="210"/>
                      </a:lnTo>
                      <a:lnTo>
                        <a:pt x="1019" y="251"/>
                      </a:lnTo>
                      <a:lnTo>
                        <a:pt x="1060" y="294"/>
                      </a:lnTo>
                      <a:lnTo>
                        <a:pt x="1102" y="343"/>
                      </a:lnTo>
                      <a:lnTo>
                        <a:pt x="1145" y="394"/>
                      </a:lnTo>
                      <a:lnTo>
                        <a:pt x="1187" y="446"/>
                      </a:lnTo>
                      <a:lnTo>
                        <a:pt x="1228" y="502"/>
                      </a:lnTo>
                      <a:lnTo>
                        <a:pt x="1267" y="560"/>
                      </a:lnTo>
                      <a:lnTo>
                        <a:pt x="1305" y="621"/>
                      </a:lnTo>
                      <a:lnTo>
                        <a:pt x="1339" y="684"/>
                      </a:lnTo>
                      <a:lnTo>
                        <a:pt x="1371" y="748"/>
                      </a:lnTo>
                      <a:lnTo>
                        <a:pt x="1400" y="815"/>
                      </a:lnTo>
                      <a:lnTo>
                        <a:pt x="1423" y="884"/>
                      </a:lnTo>
                      <a:lnTo>
                        <a:pt x="1444" y="954"/>
                      </a:lnTo>
                      <a:lnTo>
                        <a:pt x="1458" y="1025"/>
                      </a:lnTo>
                      <a:lnTo>
                        <a:pt x="1467" y="1098"/>
                      </a:lnTo>
                      <a:lnTo>
                        <a:pt x="1470" y="1173"/>
                      </a:lnTo>
                    </a:path>
                  </a:pathLst>
                </a:custGeom>
                <a:solidFill>
                  <a:schemeClr val="accent1"/>
                </a:solidFill>
                <a:ln w="57150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18000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lnSpc>
                      <a:spcPct val="120000"/>
                    </a:lnSpc>
                    <a:defRPr/>
                  </a:pPr>
                  <a:endParaRPr lang="en-US" altLang="zh-CN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cs typeface="+mn-ea"/>
                    <a:sym typeface="Calibri" panose="020F0502020204030204" pitchFamily="34" charset="0"/>
                  </a:endParaRPr>
                </a:p>
              </p:txBody>
            </p:sp>
            <p:sp>
              <p:nvSpPr>
                <p:cNvPr id="11" name="MH_SubTitle_4"/>
                <p:cNvSpPr/>
                <p:nvPr/>
              </p:nvSpPr>
              <p:spPr bwMode="gray">
                <a:xfrm rot="2160000">
                  <a:off x="5180013" y="3960813"/>
                  <a:ext cx="990600" cy="1644650"/>
                </a:xfrm>
                <a:custGeom>
                  <a:avLst/>
                  <a:gdLst>
                    <a:gd name="connsiteX0" fmla="*/ 495256 w 990511"/>
                    <a:gd name="connsiteY0" fmla="*/ 1643878 h 1643878"/>
                    <a:gd name="connsiteX1" fmla="*/ 493234 w 990511"/>
                    <a:gd name="connsiteY1" fmla="*/ 1641776 h 1643878"/>
                    <a:gd name="connsiteX2" fmla="*/ 487170 w 990511"/>
                    <a:gd name="connsiteY2" fmla="*/ 1636871 h 1643878"/>
                    <a:gd name="connsiteX3" fmla="*/ 477737 w 990511"/>
                    <a:gd name="connsiteY3" fmla="*/ 1629163 h 1643878"/>
                    <a:gd name="connsiteX4" fmla="*/ 463586 w 990511"/>
                    <a:gd name="connsiteY4" fmla="*/ 1617951 h 1643878"/>
                    <a:gd name="connsiteX5" fmla="*/ 448088 w 990511"/>
                    <a:gd name="connsiteY5" fmla="*/ 1604638 h 1643878"/>
                    <a:gd name="connsiteX6" fmla="*/ 428548 w 990511"/>
                    <a:gd name="connsiteY6" fmla="*/ 1587821 h 1643878"/>
                    <a:gd name="connsiteX7" fmla="*/ 406985 w 990511"/>
                    <a:gd name="connsiteY7" fmla="*/ 1568902 h 1643878"/>
                    <a:gd name="connsiteX8" fmla="*/ 384076 w 990511"/>
                    <a:gd name="connsiteY8" fmla="*/ 1546479 h 1643878"/>
                    <a:gd name="connsiteX9" fmla="*/ 358471 w 990511"/>
                    <a:gd name="connsiteY9" fmla="*/ 1523355 h 1643878"/>
                    <a:gd name="connsiteX10" fmla="*/ 332192 w 990511"/>
                    <a:gd name="connsiteY10" fmla="*/ 1495327 h 1643878"/>
                    <a:gd name="connsiteX11" fmla="*/ 304565 w 990511"/>
                    <a:gd name="connsiteY11" fmla="*/ 1467298 h 1643878"/>
                    <a:gd name="connsiteX12" fmla="*/ 276265 w 990511"/>
                    <a:gd name="connsiteY12" fmla="*/ 1436466 h 1643878"/>
                    <a:gd name="connsiteX13" fmla="*/ 247291 w 990511"/>
                    <a:gd name="connsiteY13" fmla="*/ 1402832 h 1643878"/>
                    <a:gd name="connsiteX14" fmla="*/ 218991 w 990511"/>
                    <a:gd name="connsiteY14" fmla="*/ 1367797 h 1643878"/>
                    <a:gd name="connsiteX15" fmla="*/ 191364 w 990511"/>
                    <a:gd name="connsiteY15" fmla="*/ 1329958 h 1643878"/>
                    <a:gd name="connsiteX16" fmla="*/ 163738 w 990511"/>
                    <a:gd name="connsiteY16" fmla="*/ 1291418 h 1643878"/>
                    <a:gd name="connsiteX17" fmla="*/ 137459 w 990511"/>
                    <a:gd name="connsiteY17" fmla="*/ 1250076 h 1643878"/>
                    <a:gd name="connsiteX18" fmla="*/ 111854 w 990511"/>
                    <a:gd name="connsiteY18" fmla="*/ 1208033 h 1643878"/>
                    <a:gd name="connsiteX19" fmla="*/ 88270 w 990511"/>
                    <a:gd name="connsiteY19" fmla="*/ 1164589 h 1643878"/>
                    <a:gd name="connsiteX20" fmla="*/ 67382 w 990511"/>
                    <a:gd name="connsiteY20" fmla="*/ 1118342 h 1643878"/>
                    <a:gd name="connsiteX21" fmla="*/ 47841 w 990511"/>
                    <a:gd name="connsiteY21" fmla="*/ 1071394 h 1643878"/>
                    <a:gd name="connsiteX22" fmla="*/ 32343 w 990511"/>
                    <a:gd name="connsiteY22" fmla="*/ 1024446 h 1643878"/>
                    <a:gd name="connsiteX23" fmla="*/ 18193 w 990511"/>
                    <a:gd name="connsiteY23" fmla="*/ 973994 h 1643878"/>
                    <a:gd name="connsiteX24" fmla="*/ 8760 w 990511"/>
                    <a:gd name="connsiteY24" fmla="*/ 924244 h 1643878"/>
                    <a:gd name="connsiteX25" fmla="*/ 2695 w 990511"/>
                    <a:gd name="connsiteY25" fmla="*/ 873091 h 1643878"/>
                    <a:gd name="connsiteX26" fmla="*/ 0 w 990511"/>
                    <a:gd name="connsiteY26" fmla="*/ 821939 h 1643878"/>
                    <a:gd name="connsiteX27" fmla="*/ 2695 w 990511"/>
                    <a:gd name="connsiteY27" fmla="*/ 769385 h 1643878"/>
                    <a:gd name="connsiteX28" fmla="*/ 8760 w 990511"/>
                    <a:gd name="connsiteY28" fmla="*/ 718233 h 1643878"/>
                    <a:gd name="connsiteX29" fmla="*/ 18193 w 990511"/>
                    <a:gd name="connsiteY29" fmla="*/ 668482 h 1643878"/>
                    <a:gd name="connsiteX30" fmla="*/ 32343 w 990511"/>
                    <a:gd name="connsiteY30" fmla="*/ 619432 h 1643878"/>
                    <a:gd name="connsiteX31" fmla="*/ 47841 w 990511"/>
                    <a:gd name="connsiteY31" fmla="*/ 571083 h 1643878"/>
                    <a:gd name="connsiteX32" fmla="*/ 67382 w 990511"/>
                    <a:gd name="connsiteY32" fmla="*/ 524135 h 1643878"/>
                    <a:gd name="connsiteX33" fmla="*/ 88270 w 990511"/>
                    <a:gd name="connsiteY33" fmla="*/ 479289 h 1643878"/>
                    <a:gd name="connsiteX34" fmla="*/ 111854 w 990511"/>
                    <a:gd name="connsiteY34" fmla="*/ 435144 h 1643878"/>
                    <a:gd name="connsiteX35" fmla="*/ 137459 w 990511"/>
                    <a:gd name="connsiteY35" fmla="*/ 392401 h 1643878"/>
                    <a:gd name="connsiteX36" fmla="*/ 163738 w 990511"/>
                    <a:gd name="connsiteY36" fmla="*/ 351759 h 1643878"/>
                    <a:gd name="connsiteX37" fmla="*/ 191364 w 990511"/>
                    <a:gd name="connsiteY37" fmla="*/ 312519 h 1643878"/>
                    <a:gd name="connsiteX38" fmla="*/ 218991 w 990511"/>
                    <a:gd name="connsiteY38" fmla="*/ 276082 h 1643878"/>
                    <a:gd name="connsiteX39" fmla="*/ 247291 w 990511"/>
                    <a:gd name="connsiteY39" fmla="*/ 240345 h 1643878"/>
                    <a:gd name="connsiteX40" fmla="*/ 276265 w 990511"/>
                    <a:gd name="connsiteY40" fmla="*/ 206010 h 1643878"/>
                    <a:gd name="connsiteX41" fmla="*/ 304565 w 990511"/>
                    <a:gd name="connsiteY41" fmla="*/ 175880 h 1643878"/>
                    <a:gd name="connsiteX42" fmla="*/ 332192 w 990511"/>
                    <a:gd name="connsiteY42" fmla="*/ 147150 h 1643878"/>
                    <a:gd name="connsiteX43" fmla="*/ 358471 w 990511"/>
                    <a:gd name="connsiteY43" fmla="*/ 119121 h 1643878"/>
                    <a:gd name="connsiteX44" fmla="*/ 384076 w 990511"/>
                    <a:gd name="connsiteY44" fmla="*/ 95998 h 1643878"/>
                    <a:gd name="connsiteX45" fmla="*/ 406985 w 990511"/>
                    <a:gd name="connsiteY45" fmla="*/ 73575 h 1643878"/>
                    <a:gd name="connsiteX46" fmla="*/ 428548 w 990511"/>
                    <a:gd name="connsiteY46" fmla="*/ 55357 h 1643878"/>
                    <a:gd name="connsiteX47" fmla="*/ 448088 w 990511"/>
                    <a:gd name="connsiteY47" fmla="*/ 38539 h 1643878"/>
                    <a:gd name="connsiteX48" fmla="*/ 463586 w 990511"/>
                    <a:gd name="connsiteY48" fmla="*/ 24525 h 1643878"/>
                    <a:gd name="connsiteX49" fmla="*/ 477736 w 990511"/>
                    <a:gd name="connsiteY49" fmla="*/ 13313 h 1643878"/>
                    <a:gd name="connsiteX50" fmla="*/ 487170 w 990511"/>
                    <a:gd name="connsiteY50" fmla="*/ 6306 h 1643878"/>
                    <a:gd name="connsiteX51" fmla="*/ 493234 w 990511"/>
                    <a:gd name="connsiteY51" fmla="*/ 701 h 1643878"/>
                    <a:gd name="connsiteX52" fmla="*/ 495255 w 990511"/>
                    <a:gd name="connsiteY52" fmla="*/ 0 h 1643878"/>
                    <a:gd name="connsiteX53" fmla="*/ 497951 w 990511"/>
                    <a:gd name="connsiteY53" fmla="*/ 701 h 1643878"/>
                    <a:gd name="connsiteX54" fmla="*/ 504015 w 990511"/>
                    <a:gd name="connsiteY54" fmla="*/ 6306 h 1643878"/>
                    <a:gd name="connsiteX55" fmla="*/ 514122 w 990511"/>
                    <a:gd name="connsiteY55" fmla="*/ 13314 h 1643878"/>
                    <a:gd name="connsiteX56" fmla="*/ 527599 w 990511"/>
                    <a:gd name="connsiteY56" fmla="*/ 24525 h 1643878"/>
                    <a:gd name="connsiteX57" fmla="*/ 543097 w 990511"/>
                    <a:gd name="connsiteY57" fmla="*/ 38539 h 1643878"/>
                    <a:gd name="connsiteX58" fmla="*/ 562637 w 990511"/>
                    <a:gd name="connsiteY58" fmla="*/ 55356 h 1643878"/>
                    <a:gd name="connsiteX59" fmla="*/ 583525 w 990511"/>
                    <a:gd name="connsiteY59" fmla="*/ 73575 h 1643878"/>
                    <a:gd name="connsiteX60" fmla="*/ 607109 w 990511"/>
                    <a:gd name="connsiteY60" fmla="*/ 95998 h 1643878"/>
                    <a:gd name="connsiteX61" fmla="*/ 632714 w 990511"/>
                    <a:gd name="connsiteY61" fmla="*/ 119122 h 1643878"/>
                    <a:gd name="connsiteX62" fmla="*/ 658993 w 990511"/>
                    <a:gd name="connsiteY62" fmla="*/ 147150 h 1643878"/>
                    <a:gd name="connsiteX63" fmla="*/ 686620 w 990511"/>
                    <a:gd name="connsiteY63" fmla="*/ 175880 h 1643878"/>
                    <a:gd name="connsiteX64" fmla="*/ 714246 w 990511"/>
                    <a:gd name="connsiteY64" fmla="*/ 206010 h 1643878"/>
                    <a:gd name="connsiteX65" fmla="*/ 742546 w 990511"/>
                    <a:gd name="connsiteY65" fmla="*/ 240345 h 1643878"/>
                    <a:gd name="connsiteX66" fmla="*/ 771521 w 990511"/>
                    <a:gd name="connsiteY66" fmla="*/ 276082 h 1643878"/>
                    <a:gd name="connsiteX67" fmla="*/ 799821 w 990511"/>
                    <a:gd name="connsiteY67" fmla="*/ 312519 h 1643878"/>
                    <a:gd name="connsiteX68" fmla="*/ 827447 w 990511"/>
                    <a:gd name="connsiteY68" fmla="*/ 351759 h 1643878"/>
                    <a:gd name="connsiteX69" fmla="*/ 853726 w 990511"/>
                    <a:gd name="connsiteY69" fmla="*/ 392401 h 1643878"/>
                    <a:gd name="connsiteX70" fmla="*/ 879331 w 990511"/>
                    <a:gd name="connsiteY70" fmla="*/ 435144 h 1643878"/>
                    <a:gd name="connsiteX71" fmla="*/ 902241 w 990511"/>
                    <a:gd name="connsiteY71" fmla="*/ 479289 h 1643878"/>
                    <a:gd name="connsiteX72" fmla="*/ 923803 w 990511"/>
                    <a:gd name="connsiteY72" fmla="*/ 524135 h 1643878"/>
                    <a:gd name="connsiteX73" fmla="*/ 943344 w 990511"/>
                    <a:gd name="connsiteY73" fmla="*/ 571083 h 1643878"/>
                    <a:gd name="connsiteX74" fmla="*/ 958842 w 990511"/>
                    <a:gd name="connsiteY74" fmla="*/ 619432 h 1643878"/>
                    <a:gd name="connsiteX75" fmla="*/ 972992 w 990511"/>
                    <a:gd name="connsiteY75" fmla="*/ 668483 h 1643878"/>
                    <a:gd name="connsiteX76" fmla="*/ 982425 w 990511"/>
                    <a:gd name="connsiteY76" fmla="*/ 718233 h 1643878"/>
                    <a:gd name="connsiteX77" fmla="*/ 988490 w 990511"/>
                    <a:gd name="connsiteY77" fmla="*/ 769385 h 1643878"/>
                    <a:gd name="connsiteX78" fmla="*/ 990511 w 990511"/>
                    <a:gd name="connsiteY78" fmla="*/ 821939 h 1643878"/>
                    <a:gd name="connsiteX79" fmla="*/ 988489 w 990511"/>
                    <a:gd name="connsiteY79" fmla="*/ 873091 h 1643878"/>
                    <a:gd name="connsiteX80" fmla="*/ 982425 w 990511"/>
                    <a:gd name="connsiteY80" fmla="*/ 924243 h 1643878"/>
                    <a:gd name="connsiteX81" fmla="*/ 972992 w 990511"/>
                    <a:gd name="connsiteY81" fmla="*/ 973994 h 1643878"/>
                    <a:gd name="connsiteX82" fmla="*/ 958842 w 990511"/>
                    <a:gd name="connsiteY82" fmla="*/ 1024446 h 1643878"/>
                    <a:gd name="connsiteX83" fmla="*/ 943344 w 990511"/>
                    <a:gd name="connsiteY83" fmla="*/ 1071394 h 1643878"/>
                    <a:gd name="connsiteX84" fmla="*/ 923803 w 990511"/>
                    <a:gd name="connsiteY84" fmla="*/ 1118341 h 1643878"/>
                    <a:gd name="connsiteX85" fmla="*/ 902241 w 990511"/>
                    <a:gd name="connsiteY85" fmla="*/ 1164589 h 1643878"/>
                    <a:gd name="connsiteX86" fmla="*/ 879331 w 990511"/>
                    <a:gd name="connsiteY86" fmla="*/ 1208033 h 1643878"/>
                    <a:gd name="connsiteX87" fmla="*/ 853726 w 990511"/>
                    <a:gd name="connsiteY87" fmla="*/ 1250076 h 1643878"/>
                    <a:gd name="connsiteX88" fmla="*/ 827447 w 990511"/>
                    <a:gd name="connsiteY88" fmla="*/ 1291418 h 1643878"/>
                    <a:gd name="connsiteX89" fmla="*/ 799821 w 990511"/>
                    <a:gd name="connsiteY89" fmla="*/ 1329958 h 1643878"/>
                    <a:gd name="connsiteX90" fmla="*/ 771520 w 990511"/>
                    <a:gd name="connsiteY90" fmla="*/ 1367796 h 1643878"/>
                    <a:gd name="connsiteX91" fmla="*/ 742546 w 990511"/>
                    <a:gd name="connsiteY91" fmla="*/ 1402832 h 1643878"/>
                    <a:gd name="connsiteX92" fmla="*/ 714246 w 990511"/>
                    <a:gd name="connsiteY92" fmla="*/ 1436466 h 1643878"/>
                    <a:gd name="connsiteX93" fmla="*/ 686620 w 990511"/>
                    <a:gd name="connsiteY93" fmla="*/ 1467298 h 1643878"/>
                    <a:gd name="connsiteX94" fmla="*/ 658993 w 990511"/>
                    <a:gd name="connsiteY94" fmla="*/ 1495326 h 1643878"/>
                    <a:gd name="connsiteX95" fmla="*/ 632714 w 990511"/>
                    <a:gd name="connsiteY95" fmla="*/ 1523355 h 1643878"/>
                    <a:gd name="connsiteX96" fmla="*/ 607109 w 990511"/>
                    <a:gd name="connsiteY96" fmla="*/ 1546479 h 1643878"/>
                    <a:gd name="connsiteX97" fmla="*/ 583526 w 990511"/>
                    <a:gd name="connsiteY97" fmla="*/ 1568902 h 1643878"/>
                    <a:gd name="connsiteX98" fmla="*/ 562637 w 990511"/>
                    <a:gd name="connsiteY98" fmla="*/ 1587821 h 1643878"/>
                    <a:gd name="connsiteX99" fmla="*/ 543097 w 990511"/>
                    <a:gd name="connsiteY99" fmla="*/ 1604638 h 1643878"/>
                    <a:gd name="connsiteX100" fmla="*/ 527599 w 990511"/>
                    <a:gd name="connsiteY100" fmla="*/ 1617951 h 1643878"/>
                    <a:gd name="connsiteX101" fmla="*/ 514123 w 990511"/>
                    <a:gd name="connsiteY101" fmla="*/ 1629163 h 1643878"/>
                    <a:gd name="connsiteX102" fmla="*/ 504015 w 990511"/>
                    <a:gd name="connsiteY102" fmla="*/ 1636871 h 1643878"/>
                    <a:gd name="connsiteX103" fmla="*/ 497951 w 990511"/>
                    <a:gd name="connsiteY103" fmla="*/ 1641776 h 16438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</a:cxnLst>
                  <a:rect l="l" t="t" r="r" b="b"/>
                  <a:pathLst>
                    <a:path w="990511" h="1643878">
                      <a:moveTo>
                        <a:pt x="495256" y="1643878"/>
                      </a:moveTo>
                      <a:lnTo>
                        <a:pt x="493234" y="1641776"/>
                      </a:lnTo>
                      <a:lnTo>
                        <a:pt x="487170" y="1636871"/>
                      </a:lnTo>
                      <a:lnTo>
                        <a:pt x="477737" y="1629163"/>
                      </a:lnTo>
                      <a:lnTo>
                        <a:pt x="463586" y="1617951"/>
                      </a:lnTo>
                      <a:lnTo>
                        <a:pt x="448088" y="1604638"/>
                      </a:lnTo>
                      <a:lnTo>
                        <a:pt x="428548" y="1587821"/>
                      </a:lnTo>
                      <a:lnTo>
                        <a:pt x="406985" y="1568902"/>
                      </a:lnTo>
                      <a:lnTo>
                        <a:pt x="384076" y="1546479"/>
                      </a:lnTo>
                      <a:lnTo>
                        <a:pt x="358471" y="1523355"/>
                      </a:lnTo>
                      <a:lnTo>
                        <a:pt x="332192" y="1495327"/>
                      </a:lnTo>
                      <a:lnTo>
                        <a:pt x="304565" y="1467298"/>
                      </a:lnTo>
                      <a:lnTo>
                        <a:pt x="276265" y="1436466"/>
                      </a:lnTo>
                      <a:lnTo>
                        <a:pt x="247291" y="1402832"/>
                      </a:lnTo>
                      <a:lnTo>
                        <a:pt x="218991" y="1367797"/>
                      </a:lnTo>
                      <a:lnTo>
                        <a:pt x="191364" y="1329958"/>
                      </a:lnTo>
                      <a:lnTo>
                        <a:pt x="163738" y="1291418"/>
                      </a:lnTo>
                      <a:lnTo>
                        <a:pt x="137459" y="1250076"/>
                      </a:lnTo>
                      <a:lnTo>
                        <a:pt x="111854" y="1208033"/>
                      </a:lnTo>
                      <a:lnTo>
                        <a:pt x="88270" y="1164589"/>
                      </a:lnTo>
                      <a:lnTo>
                        <a:pt x="67382" y="1118342"/>
                      </a:lnTo>
                      <a:lnTo>
                        <a:pt x="47841" y="1071394"/>
                      </a:lnTo>
                      <a:lnTo>
                        <a:pt x="32343" y="1024446"/>
                      </a:lnTo>
                      <a:lnTo>
                        <a:pt x="18193" y="973994"/>
                      </a:lnTo>
                      <a:lnTo>
                        <a:pt x="8760" y="924244"/>
                      </a:lnTo>
                      <a:lnTo>
                        <a:pt x="2695" y="873091"/>
                      </a:lnTo>
                      <a:lnTo>
                        <a:pt x="0" y="821939"/>
                      </a:lnTo>
                      <a:lnTo>
                        <a:pt x="2695" y="769385"/>
                      </a:lnTo>
                      <a:lnTo>
                        <a:pt x="8760" y="718233"/>
                      </a:lnTo>
                      <a:lnTo>
                        <a:pt x="18193" y="668482"/>
                      </a:lnTo>
                      <a:lnTo>
                        <a:pt x="32343" y="619432"/>
                      </a:lnTo>
                      <a:lnTo>
                        <a:pt x="47841" y="571083"/>
                      </a:lnTo>
                      <a:lnTo>
                        <a:pt x="67382" y="524135"/>
                      </a:lnTo>
                      <a:lnTo>
                        <a:pt x="88270" y="479289"/>
                      </a:lnTo>
                      <a:lnTo>
                        <a:pt x="111854" y="435144"/>
                      </a:lnTo>
                      <a:lnTo>
                        <a:pt x="137459" y="392401"/>
                      </a:lnTo>
                      <a:lnTo>
                        <a:pt x="163738" y="351759"/>
                      </a:lnTo>
                      <a:lnTo>
                        <a:pt x="191364" y="312519"/>
                      </a:lnTo>
                      <a:lnTo>
                        <a:pt x="218991" y="276082"/>
                      </a:lnTo>
                      <a:lnTo>
                        <a:pt x="247291" y="240345"/>
                      </a:lnTo>
                      <a:lnTo>
                        <a:pt x="276265" y="206010"/>
                      </a:lnTo>
                      <a:lnTo>
                        <a:pt x="304565" y="175880"/>
                      </a:lnTo>
                      <a:lnTo>
                        <a:pt x="332192" y="147150"/>
                      </a:lnTo>
                      <a:lnTo>
                        <a:pt x="358471" y="119121"/>
                      </a:lnTo>
                      <a:lnTo>
                        <a:pt x="384076" y="95998"/>
                      </a:lnTo>
                      <a:lnTo>
                        <a:pt x="406985" y="73575"/>
                      </a:lnTo>
                      <a:lnTo>
                        <a:pt x="428548" y="55357"/>
                      </a:lnTo>
                      <a:lnTo>
                        <a:pt x="448088" y="38539"/>
                      </a:lnTo>
                      <a:lnTo>
                        <a:pt x="463586" y="24525"/>
                      </a:lnTo>
                      <a:lnTo>
                        <a:pt x="477736" y="13313"/>
                      </a:lnTo>
                      <a:lnTo>
                        <a:pt x="487170" y="6306"/>
                      </a:lnTo>
                      <a:lnTo>
                        <a:pt x="493234" y="701"/>
                      </a:lnTo>
                      <a:lnTo>
                        <a:pt x="495255" y="0"/>
                      </a:lnTo>
                      <a:lnTo>
                        <a:pt x="497951" y="701"/>
                      </a:lnTo>
                      <a:lnTo>
                        <a:pt x="504015" y="6306"/>
                      </a:lnTo>
                      <a:lnTo>
                        <a:pt x="514122" y="13314"/>
                      </a:lnTo>
                      <a:lnTo>
                        <a:pt x="527599" y="24525"/>
                      </a:lnTo>
                      <a:lnTo>
                        <a:pt x="543097" y="38539"/>
                      </a:lnTo>
                      <a:lnTo>
                        <a:pt x="562637" y="55356"/>
                      </a:lnTo>
                      <a:lnTo>
                        <a:pt x="583525" y="73575"/>
                      </a:lnTo>
                      <a:lnTo>
                        <a:pt x="607109" y="95998"/>
                      </a:lnTo>
                      <a:lnTo>
                        <a:pt x="632714" y="119122"/>
                      </a:lnTo>
                      <a:lnTo>
                        <a:pt x="658993" y="147150"/>
                      </a:lnTo>
                      <a:lnTo>
                        <a:pt x="686620" y="175880"/>
                      </a:lnTo>
                      <a:lnTo>
                        <a:pt x="714246" y="206010"/>
                      </a:lnTo>
                      <a:lnTo>
                        <a:pt x="742546" y="240345"/>
                      </a:lnTo>
                      <a:lnTo>
                        <a:pt x="771521" y="276082"/>
                      </a:lnTo>
                      <a:lnTo>
                        <a:pt x="799821" y="312519"/>
                      </a:lnTo>
                      <a:lnTo>
                        <a:pt x="827447" y="351759"/>
                      </a:lnTo>
                      <a:lnTo>
                        <a:pt x="853726" y="392401"/>
                      </a:lnTo>
                      <a:lnTo>
                        <a:pt x="879331" y="435144"/>
                      </a:lnTo>
                      <a:lnTo>
                        <a:pt x="902241" y="479289"/>
                      </a:lnTo>
                      <a:lnTo>
                        <a:pt x="923803" y="524135"/>
                      </a:lnTo>
                      <a:lnTo>
                        <a:pt x="943344" y="571083"/>
                      </a:lnTo>
                      <a:lnTo>
                        <a:pt x="958842" y="619432"/>
                      </a:lnTo>
                      <a:lnTo>
                        <a:pt x="972992" y="668483"/>
                      </a:lnTo>
                      <a:lnTo>
                        <a:pt x="982425" y="718233"/>
                      </a:lnTo>
                      <a:lnTo>
                        <a:pt x="988490" y="769385"/>
                      </a:lnTo>
                      <a:lnTo>
                        <a:pt x="990511" y="821939"/>
                      </a:lnTo>
                      <a:lnTo>
                        <a:pt x="988489" y="873091"/>
                      </a:lnTo>
                      <a:lnTo>
                        <a:pt x="982425" y="924243"/>
                      </a:lnTo>
                      <a:lnTo>
                        <a:pt x="972992" y="973994"/>
                      </a:lnTo>
                      <a:lnTo>
                        <a:pt x="958842" y="1024446"/>
                      </a:lnTo>
                      <a:lnTo>
                        <a:pt x="943344" y="1071394"/>
                      </a:lnTo>
                      <a:lnTo>
                        <a:pt x="923803" y="1118341"/>
                      </a:lnTo>
                      <a:lnTo>
                        <a:pt x="902241" y="1164589"/>
                      </a:lnTo>
                      <a:lnTo>
                        <a:pt x="879331" y="1208033"/>
                      </a:lnTo>
                      <a:lnTo>
                        <a:pt x="853726" y="1250076"/>
                      </a:lnTo>
                      <a:lnTo>
                        <a:pt x="827447" y="1291418"/>
                      </a:lnTo>
                      <a:lnTo>
                        <a:pt x="799821" y="1329958"/>
                      </a:lnTo>
                      <a:lnTo>
                        <a:pt x="771520" y="1367796"/>
                      </a:lnTo>
                      <a:lnTo>
                        <a:pt x="742546" y="1402832"/>
                      </a:lnTo>
                      <a:lnTo>
                        <a:pt x="714246" y="1436466"/>
                      </a:lnTo>
                      <a:lnTo>
                        <a:pt x="686620" y="1467298"/>
                      </a:lnTo>
                      <a:lnTo>
                        <a:pt x="658993" y="1495326"/>
                      </a:lnTo>
                      <a:lnTo>
                        <a:pt x="632714" y="1523355"/>
                      </a:lnTo>
                      <a:lnTo>
                        <a:pt x="607109" y="1546479"/>
                      </a:lnTo>
                      <a:lnTo>
                        <a:pt x="583526" y="1568902"/>
                      </a:lnTo>
                      <a:lnTo>
                        <a:pt x="562637" y="1587821"/>
                      </a:lnTo>
                      <a:lnTo>
                        <a:pt x="543097" y="1604638"/>
                      </a:lnTo>
                      <a:lnTo>
                        <a:pt x="527599" y="1617951"/>
                      </a:lnTo>
                      <a:lnTo>
                        <a:pt x="514123" y="1629163"/>
                      </a:lnTo>
                      <a:lnTo>
                        <a:pt x="504015" y="1636871"/>
                      </a:lnTo>
                      <a:lnTo>
                        <a:pt x="497951" y="1641776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 w="57150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72000" rIns="0" bIns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lnSpc>
                      <a:spcPct val="120000"/>
                    </a:lnSpc>
                    <a:defRPr/>
                  </a:pPr>
                  <a:endParaRPr lang="en-US" altLang="zh-CN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cs typeface="+mn-ea"/>
                    <a:sym typeface="Calibri" panose="020F0502020204030204" pitchFamily="34" charset="0"/>
                  </a:endParaRPr>
                </a:p>
              </p:txBody>
            </p:sp>
            <p:sp>
              <p:nvSpPr>
                <p:cNvPr id="12" name="MH_SubTitle_2"/>
                <p:cNvSpPr/>
                <p:nvPr/>
              </p:nvSpPr>
              <p:spPr>
                <a:xfrm rot="20544647">
                  <a:off x="6175376" y="3275013"/>
                  <a:ext cx="1952625" cy="990600"/>
                </a:xfrm>
                <a:custGeom>
                  <a:avLst/>
                  <a:gdLst>
                    <a:gd name="connsiteX0" fmla="*/ 1069560 w 1953336"/>
                    <a:gd name="connsiteY0" fmla="*/ 46042 h 990486"/>
                    <a:gd name="connsiteX1" fmla="*/ 1116647 w 1953336"/>
                    <a:gd name="connsiteY1" fmla="*/ 65245 h 990486"/>
                    <a:gd name="connsiteX2" fmla="*/ 1161642 w 1953336"/>
                    <a:gd name="connsiteY2" fmla="*/ 85812 h 990486"/>
                    <a:gd name="connsiteX3" fmla="*/ 1205954 w 1953336"/>
                    <a:gd name="connsiteY3" fmla="*/ 109078 h 990486"/>
                    <a:gd name="connsiteX4" fmla="*/ 1248881 w 1953336"/>
                    <a:gd name="connsiteY4" fmla="*/ 134376 h 990486"/>
                    <a:gd name="connsiteX5" fmla="*/ 1289709 w 1953336"/>
                    <a:gd name="connsiteY5" fmla="*/ 160363 h 990486"/>
                    <a:gd name="connsiteX6" fmla="*/ 1329147 w 1953336"/>
                    <a:gd name="connsiteY6" fmla="*/ 187707 h 990486"/>
                    <a:gd name="connsiteX7" fmla="*/ 1365781 w 1953336"/>
                    <a:gd name="connsiteY7" fmla="*/ 215072 h 990486"/>
                    <a:gd name="connsiteX8" fmla="*/ 1401719 w 1953336"/>
                    <a:gd name="connsiteY8" fmla="*/ 243115 h 990486"/>
                    <a:gd name="connsiteX9" fmla="*/ 1436261 w 1953336"/>
                    <a:gd name="connsiteY9" fmla="*/ 271842 h 990486"/>
                    <a:gd name="connsiteX10" fmla="*/ 1466594 w 1953336"/>
                    <a:gd name="connsiteY10" fmla="*/ 299926 h 990486"/>
                    <a:gd name="connsiteX11" fmla="*/ 1495521 w 1953336"/>
                    <a:gd name="connsiteY11" fmla="*/ 327346 h 990486"/>
                    <a:gd name="connsiteX12" fmla="*/ 1523737 w 1953336"/>
                    <a:gd name="connsiteY12" fmla="*/ 353423 h 990486"/>
                    <a:gd name="connsiteX13" fmla="*/ 1547044 w 1953336"/>
                    <a:gd name="connsiteY13" fmla="*/ 378862 h 990486"/>
                    <a:gd name="connsiteX14" fmla="*/ 1569630 w 1953336"/>
                    <a:gd name="connsiteY14" fmla="*/ 401610 h 990486"/>
                    <a:gd name="connsiteX15" fmla="*/ 1588003 w 1953336"/>
                    <a:gd name="connsiteY15" fmla="*/ 423041 h 990486"/>
                    <a:gd name="connsiteX16" fmla="*/ 1604960 w 1953336"/>
                    <a:gd name="connsiteY16" fmla="*/ 442461 h 990486"/>
                    <a:gd name="connsiteX17" fmla="*/ 1619085 w 1953336"/>
                    <a:gd name="connsiteY17" fmla="*/ 457858 h 990486"/>
                    <a:gd name="connsiteX18" fmla="*/ 1630397 w 1953336"/>
                    <a:gd name="connsiteY18" fmla="*/ 471927 h 990486"/>
                    <a:gd name="connsiteX19" fmla="*/ 1637472 w 1953336"/>
                    <a:gd name="connsiteY19" fmla="*/ 481310 h 990486"/>
                    <a:gd name="connsiteX20" fmla="*/ 1643121 w 1953336"/>
                    <a:gd name="connsiteY20" fmla="*/ 487334 h 990486"/>
                    <a:gd name="connsiteX21" fmla="*/ 1643836 w 1953336"/>
                    <a:gd name="connsiteY21" fmla="*/ 489351 h 990486"/>
                    <a:gd name="connsiteX22" fmla="*/ 1643155 w 1953336"/>
                    <a:gd name="connsiteY22" fmla="*/ 492051 h 990486"/>
                    <a:gd name="connsiteX23" fmla="*/ 1637593 w 1953336"/>
                    <a:gd name="connsiteY23" fmla="*/ 498155 h 990486"/>
                    <a:gd name="connsiteX24" fmla="*/ 1630658 w 1953336"/>
                    <a:gd name="connsiteY24" fmla="*/ 508312 h 990486"/>
                    <a:gd name="connsiteX25" fmla="*/ 1619544 w 1953336"/>
                    <a:gd name="connsiteY25" fmla="*/ 521869 h 990486"/>
                    <a:gd name="connsiteX26" fmla="*/ 1605641 w 1953336"/>
                    <a:gd name="connsiteY26" fmla="*/ 537467 h 990486"/>
                    <a:gd name="connsiteX27" fmla="*/ 1588964 w 1953336"/>
                    <a:gd name="connsiteY27" fmla="*/ 557127 h 990486"/>
                    <a:gd name="connsiteX28" fmla="*/ 1570896 w 1953336"/>
                    <a:gd name="connsiteY28" fmla="*/ 578146 h 990486"/>
                    <a:gd name="connsiteX29" fmla="*/ 1548643 w 1953336"/>
                    <a:gd name="connsiteY29" fmla="*/ 601889 h 990486"/>
                    <a:gd name="connsiteX30" fmla="*/ 1525703 w 1953336"/>
                    <a:gd name="connsiteY30" fmla="*/ 627660 h 990486"/>
                    <a:gd name="connsiteX31" fmla="*/ 1497864 w 1953336"/>
                    <a:gd name="connsiteY31" fmla="*/ 654139 h 990486"/>
                    <a:gd name="connsiteX32" fmla="*/ 1469333 w 1953336"/>
                    <a:gd name="connsiteY32" fmla="*/ 681970 h 990486"/>
                    <a:gd name="connsiteX33" fmla="*/ 1439401 w 1953336"/>
                    <a:gd name="connsiteY33" fmla="*/ 709812 h 990486"/>
                    <a:gd name="connsiteX34" fmla="*/ 1405270 w 1953336"/>
                    <a:gd name="connsiteY34" fmla="*/ 738358 h 990486"/>
                    <a:gd name="connsiteX35" fmla="*/ 1369742 w 1953336"/>
                    <a:gd name="connsiteY35" fmla="*/ 767588 h 990486"/>
                    <a:gd name="connsiteX36" fmla="*/ 1333509 w 1953336"/>
                    <a:gd name="connsiteY36" fmla="*/ 796149 h 990486"/>
                    <a:gd name="connsiteX37" fmla="*/ 1294468 w 1953336"/>
                    <a:gd name="connsiteY37" fmla="*/ 824056 h 990486"/>
                    <a:gd name="connsiteX38" fmla="*/ 1254016 w 1953336"/>
                    <a:gd name="connsiteY38" fmla="*/ 850625 h 990486"/>
                    <a:gd name="connsiteX39" fmla="*/ 1211457 w 1953336"/>
                    <a:gd name="connsiteY39" fmla="*/ 876536 h 990486"/>
                    <a:gd name="connsiteX40" fmla="*/ 1167477 w 1953336"/>
                    <a:gd name="connsiteY40" fmla="*/ 899762 h 990486"/>
                    <a:gd name="connsiteX41" fmla="*/ 1122787 w 1953336"/>
                    <a:gd name="connsiteY41" fmla="*/ 921645 h 990486"/>
                    <a:gd name="connsiteX42" fmla="*/ 1075980 w 1953336"/>
                    <a:gd name="connsiteY42" fmla="*/ 941522 h 990486"/>
                    <a:gd name="connsiteX43" fmla="*/ 1027744 w 1953336"/>
                    <a:gd name="connsiteY43" fmla="*/ 957366 h 990486"/>
                    <a:gd name="connsiteX44" fmla="*/ 978796 w 1953336"/>
                    <a:gd name="connsiteY44" fmla="*/ 971867 h 990486"/>
                    <a:gd name="connsiteX45" fmla="*/ 929114 w 1953336"/>
                    <a:gd name="connsiteY45" fmla="*/ 981657 h 990486"/>
                    <a:gd name="connsiteX46" fmla="*/ 878007 w 1953336"/>
                    <a:gd name="connsiteY46" fmla="*/ 988088 h 990486"/>
                    <a:gd name="connsiteX47" fmla="*/ 825469 w 1953336"/>
                    <a:gd name="connsiteY47" fmla="*/ 990486 h 990486"/>
                    <a:gd name="connsiteX48" fmla="*/ 774304 w 1953336"/>
                    <a:gd name="connsiteY48" fmla="*/ 988832 h 990486"/>
                    <a:gd name="connsiteX49" fmla="*/ 723109 w 1953336"/>
                    <a:gd name="connsiteY49" fmla="*/ 983134 h 990486"/>
                    <a:gd name="connsiteX50" fmla="*/ 673292 w 1953336"/>
                    <a:gd name="connsiteY50" fmla="*/ 974058 h 990486"/>
                    <a:gd name="connsiteX51" fmla="*/ 622740 w 1953336"/>
                    <a:gd name="connsiteY51" fmla="*/ 960269 h 990486"/>
                    <a:gd name="connsiteX52" fmla="*/ 575683 w 1953336"/>
                    <a:gd name="connsiteY52" fmla="*/ 945109 h 990486"/>
                    <a:gd name="connsiteX53" fmla="*/ 528596 w 1953336"/>
                    <a:gd name="connsiteY53" fmla="*/ 925905 h 990486"/>
                    <a:gd name="connsiteX54" fmla="*/ 482195 w 1953336"/>
                    <a:gd name="connsiteY54" fmla="*/ 904675 h 990486"/>
                    <a:gd name="connsiteX55" fmla="*/ 438588 w 1953336"/>
                    <a:gd name="connsiteY55" fmla="*/ 882077 h 990486"/>
                    <a:gd name="connsiteX56" fmla="*/ 396362 w 1953336"/>
                    <a:gd name="connsiteY56" fmla="*/ 856774 h 990486"/>
                    <a:gd name="connsiteX57" fmla="*/ 354833 w 1953336"/>
                    <a:gd name="connsiteY57" fmla="*/ 830793 h 990486"/>
                    <a:gd name="connsiteX58" fmla="*/ 316096 w 1953336"/>
                    <a:gd name="connsiteY58" fmla="*/ 803443 h 990486"/>
                    <a:gd name="connsiteX59" fmla="*/ 278056 w 1953336"/>
                    <a:gd name="connsiteY59" fmla="*/ 775415 h 990486"/>
                    <a:gd name="connsiteX60" fmla="*/ 242813 w 1953336"/>
                    <a:gd name="connsiteY60" fmla="*/ 746693 h 990486"/>
                    <a:gd name="connsiteX61" fmla="*/ 208977 w 1953336"/>
                    <a:gd name="connsiteY61" fmla="*/ 718634 h 990486"/>
                    <a:gd name="connsiteX62" fmla="*/ 177948 w 1953336"/>
                    <a:gd name="connsiteY62" fmla="*/ 691229 h 990486"/>
                    <a:gd name="connsiteX63" fmla="*/ 149722 w 1953336"/>
                    <a:gd name="connsiteY63" fmla="*/ 663804 h 990486"/>
                    <a:gd name="connsiteX64" fmla="*/ 121506 w 1953336"/>
                    <a:gd name="connsiteY64" fmla="*/ 637727 h 990486"/>
                    <a:gd name="connsiteX65" fmla="*/ 98199 w 1953336"/>
                    <a:gd name="connsiteY65" fmla="*/ 612289 h 990486"/>
                    <a:gd name="connsiteX66" fmla="*/ 75608 w 1953336"/>
                    <a:gd name="connsiteY66" fmla="*/ 588866 h 990486"/>
                    <a:gd name="connsiteX67" fmla="*/ 56540 w 1953336"/>
                    <a:gd name="connsiteY67" fmla="*/ 568114 h 990486"/>
                    <a:gd name="connsiteX68" fmla="*/ 39582 w 1953336"/>
                    <a:gd name="connsiteY68" fmla="*/ 548695 h 990486"/>
                    <a:gd name="connsiteX69" fmla="*/ 26158 w 1953336"/>
                    <a:gd name="connsiteY69" fmla="*/ 533292 h 990486"/>
                    <a:gd name="connsiteX70" fmla="*/ 14850 w 1953336"/>
                    <a:gd name="connsiteY70" fmla="*/ 519897 h 990486"/>
                    <a:gd name="connsiteX71" fmla="*/ 7070 w 1953336"/>
                    <a:gd name="connsiteY71" fmla="*/ 509845 h 990486"/>
                    <a:gd name="connsiteX72" fmla="*/ 2122 w 1953336"/>
                    <a:gd name="connsiteY72" fmla="*/ 503816 h 990486"/>
                    <a:gd name="connsiteX73" fmla="*/ 0 w 1953336"/>
                    <a:gd name="connsiteY73" fmla="*/ 501136 h 990486"/>
                    <a:gd name="connsiteX74" fmla="*/ 2088 w 1953336"/>
                    <a:gd name="connsiteY74" fmla="*/ 499100 h 990486"/>
                    <a:gd name="connsiteX75" fmla="*/ 6949 w 1953336"/>
                    <a:gd name="connsiteY75" fmla="*/ 493000 h 990486"/>
                    <a:gd name="connsiteX76" fmla="*/ 14589 w 1953336"/>
                    <a:gd name="connsiteY76" fmla="*/ 483512 h 990486"/>
                    <a:gd name="connsiteX77" fmla="*/ 25699 w 1953336"/>
                    <a:gd name="connsiteY77" fmla="*/ 469282 h 990486"/>
                    <a:gd name="connsiteX78" fmla="*/ 38901 w 1953336"/>
                    <a:gd name="connsiteY78" fmla="*/ 453689 h 990486"/>
                    <a:gd name="connsiteX79" fmla="*/ 55578 w 1953336"/>
                    <a:gd name="connsiteY79" fmla="*/ 434028 h 990486"/>
                    <a:gd name="connsiteX80" fmla="*/ 74342 w 1953336"/>
                    <a:gd name="connsiteY80" fmla="*/ 412331 h 990486"/>
                    <a:gd name="connsiteX81" fmla="*/ 96600 w 1953336"/>
                    <a:gd name="connsiteY81" fmla="*/ 389261 h 990486"/>
                    <a:gd name="connsiteX82" fmla="*/ 119540 w 1953336"/>
                    <a:gd name="connsiteY82" fmla="*/ 363491 h 990486"/>
                    <a:gd name="connsiteX83" fmla="*/ 147379 w 1953336"/>
                    <a:gd name="connsiteY83" fmla="*/ 337011 h 990486"/>
                    <a:gd name="connsiteX84" fmla="*/ 175209 w 1953336"/>
                    <a:gd name="connsiteY84" fmla="*/ 309185 h 990486"/>
                    <a:gd name="connsiteX85" fmla="*/ 205837 w 1953336"/>
                    <a:gd name="connsiteY85" fmla="*/ 280664 h 990486"/>
                    <a:gd name="connsiteX86" fmla="*/ 239262 w 1953336"/>
                    <a:gd name="connsiteY86" fmla="*/ 251450 h 990486"/>
                    <a:gd name="connsiteX87" fmla="*/ 274095 w 1953336"/>
                    <a:gd name="connsiteY87" fmla="*/ 222899 h 990486"/>
                    <a:gd name="connsiteX88" fmla="*/ 311734 w 1953336"/>
                    <a:gd name="connsiteY88" fmla="*/ 195002 h 990486"/>
                    <a:gd name="connsiteX89" fmla="*/ 350074 w 1953336"/>
                    <a:gd name="connsiteY89" fmla="*/ 167100 h 990486"/>
                    <a:gd name="connsiteX90" fmla="*/ 391227 w 1953336"/>
                    <a:gd name="connsiteY90" fmla="*/ 140525 h 990486"/>
                    <a:gd name="connsiteX91" fmla="*/ 433085 w 1953336"/>
                    <a:gd name="connsiteY91" fmla="*/ 114619 h 990486"/>
                    <a:gd name="connsiteX92" fmla="*/ 476360 w 1953336"/>
                    <a:gd name="connsiteY92" fmla="*/ 90725 h 990486"/>
                    <a:gd name="connsiteX93" fmla="*/ 522456 w 1953336"/>
                    <a:gd name="connsiteY93" fmla="*/ 69505 h 990486"/>
                    <a:gd name="connsiteX94" fmla="*/ 569263 w 1953336"/>
                    <a:gd name="connsiteY94" fmla="*/ 49629 h 990486"/>
                    <a:gd name="connsiteX95" fmla="*/ 616098 w 1953336"/>
                    <a:gd name="connsiteY95" fmla="*/ 33795 h 990486"/>
                    <a:gd name="connsiteX96" fmla="*/ 666447 w 1953336"/>
                    <a:gd name="connsiteY96" fmla="*/ 19283 h 990486"/>
                    <a:gd name="connsiteX97" fmla="*/ 716128 w 1953336"/>
                    <a:gd name="connsiteY97" fmla="*/ 9493 h 990486"/>
                    <a:gd name="connsiteX98" fmla="*/ 767236 w 1953336"/>
                    <a:gd name="connsiteY98" fmla="*/ 3062 h 990486"/>
                    <a:gd name="connsiteX99" fmla="*/ 818368 w 1953336"/>
                    <a:gd name="connsiteY99" fmla="*/ 0 h 990486"/>
                    <a:gd name="connsiteX100" fmla="*/ 870939 w 1953336"/>
                    <a:gd name="connsiteY100" fmla="*/ 2319 h 990486"/>
                    <a:gd name="connsiteX101" fmla="*/ 922134 w 1953336"/>
                    <a:gd name="connsiteY101" fmla="*/ 8016 h 990486"/>
                    <a:gd name="connsiteX102" fmla="*/ 971951 w 1953336"/>
                    <a:gd name="connsiteY102" fmla="*/ 17093 h 990486"/>
                    <a:gd name="connsiteX103" fmla="*/ 1021101 w 1953336"/>
                    <a:gd name="connsiteY103" fmla="*/ 30891 h 990486"/>
                    <a:gd name="connsiteX104" fmla="*/ 1953336 w 1953336"/>
                    <a:gd name="connsiteY104" fmla="*/ 19499 h 990486"/>
                    <a:gd name="connsiteX105" fmla="*/ 1953333 w 1953336"/>
                    <a:gd name="connsiteY105" fmla="*/ 19507 h 990486"/>
                    <a:gd name="connsiteX106" fmla="*/ 1953333 w 1953336"/>
                    <a:gd name="connsiteY106" fmla="*/ 19499 h 9904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</a:cxnLst>
                  <a:rect l="l" t="t" r="r" b="b"/>
                  <a:pathLst>
                    <a:path w="1953336" h="990486">
                      <a:moveTo>
                        <a:pt x="1069560" y="46042"/>
                      </a:moveTo>
                      <a:lnTo>
                        <a:pt x="1116647" y="65245"/>
                      </a:lnTo>
                      <a:lnTo>
                        <a:pt x="1161642" y="85812"/>
                      </a:lnTo>
                      <a:lnTo>
                        <a:pt x="1205954" y="109078"/>
                      </a:lnTo>
                      <a:lnTo>
                        <a:pt x="1248881" y="134376"/>
                      </a:lnTo>
                      <a:lnTo>
                        <a:pt x="1289709" y="160363"/>
                      </a:lnTo>
                      <a:lnTo>
                        <a:pt x="1329147" y="187707"/>
                      </a:lnTo>
                      <a:lnTo>
                        <a:pt x="1365781" y="215072"/>
                      </a:lnTo>
                      <a:lnTo>
                        <a:pt x="1401719" y="243115"/>
                      </a:lnTo>
                      <a:lnTo>
                        <a:pt x="1436261" y="271842"/>
                      </a:lnTo>
                      <a:lnTo>
                        <a:pt x="1466594" y="299926"/>
                      </a:lnTo>
                      <a:lnTo>
                        <a:pt x="1495521" y="327346"/>
                      </a:lnTo>
                      <a:lnTo>
                        <a:pt x="1523737" y="353423"/>
                      </a:lnTo>
                      <a:lnTo>
                        <a:pt x="1547044" y="378862"/>
                      </a:lnTo>
                      <a:lnTo>
                        <a:pt x="1569630" y="401610"/>
                      </a:lnTo>
                      <a:lnTo>
                        <a:pt x="1588003" y="423041"/>
                      </a:lnTo>
                      <a:lnTo>
                        <a:pt x="1604960" y="442461"/>
                      </a:lnTo>
                      <a:lnTo>
                        <a:pt x="1619085" y="457858"/>
                      </a:lnTo>
                      <a:lnTo>
                        <a:pt x="1630397" y="471927"/>
                      </a:lnTo>
                      <a:lnTo>
                        <a:pt x="1637472" y="481310"/>
                      </a:lnTo>
                      <a:lnTo>
                        <a:pt x="1643121" y="487334"/>
                      </a:lnTo>
                      <a:lnTo>
                        <a:pt x="1643836" y="489351"/>
                      </a:lnTo>
                      <a:lnTo>
                        <a:pt x="1643155" y="492051"/>
                      </a:lnTo>
                      <a:lnTo>
                        <a:pt x="1637593" y="498155"/>
                      </a:lnTo>
                      <a:lnTo>
                        <a:pt x="1630658" y="508312"/>
                      </a:lnTo>
                      <a:lnTo>
                        <a:pt x="1619544" y="521869"/>
                      </a:lnTo>
                      <a:lnTo>
                        <a:pt x="1605641" y="537467"/>
                      </a:lnTo>
                      <a:lnTo>
                        <a:pt x="1588964" y="557127"/>
                      </a:lnTo>
                      <a:lnTo>
                        <a:pt x="1570896" y="578146"/>
                      </a:lnTo>
                      <a:lnTo>
                        <a:pt x="1548643" y="601889"/>
                      </a:lnTo>
                      <a:lnTo>
                        <a:pt x="1525703" y="627660"/>
                      </a:lnTo>
                      <a:lnTo>
                        <a:pt x="1497864" y="654139"/>
                      </a:lnTo>
                      <a:lnTo>
                        <a:pt x="1469333" y="681970"/>
                      </a:lnTo>
                      <a:lnTo>
                        <a:pt x="1439401" y="709812"/>
                      </a:lnTo>
                      <a:lnTo>
                        <a:pt x="1405270" y="738358"/>
                      </a:lnTo>
                      <a:lnTo>
                        <a:pt x="1369742" y="767588"/>
                      </a:lnTo>
                      <a:lnTo>
                        <a:pt x="1333509" y="796149"/>
                      </a:lnTo>
                      <a:lnTo>
                        <a:pt x="1294468" y="824056"/>
                      </a:lnTo>
                      <a:lnTo>
                        <a:pt x="1254016" y="850625"/>
                      </a:lnTo>
                      <a:lnTo>
                        <a:pt x="1211457" y="876536"/>
                      </a:lnTo>
                      <a:lnTo>
                        <a:pt x="1167477" y="899762"/>
                      </a:lnTo>
                      <a:lnTo>
                        <a:pt x="1122787" y="921645"/>
                      </a:lnTo>
                      <a:lnTo>
                        <a:pt x="1075980" y="941522"/>
                      </a:lnTo>
                      <a:lnTo>
                        <a:pt x="1027744" y="957366"/>
                      </a:lnTo>
                      <a:lnTo>
                        <a:pt x="978796" y="971867"/>
                      </a:lnTo>
                      <a:lnTo>
                        <a:pt x="929114" y="981657"/>
                      </a:lnTo>
                      <a:lnTo>
                        <a:pt x="878007" y="988088"/>
                      </a:lnTo>
                      <a:lnTo>
                        <a:pt x="825469" y="990486"/>
                      </a:lnTo>
                      <a:lnTo>
                        <a:pt x="774304" y="988832"/>
                      </a:lnTo>
                      <a:lnTo>
                        <a:pt x="723109" y="983134"/>
                      </a:lnTo>
                      <a:lnTo>
                        <a:pt x="673292" y="974058"/>
                      </a:lnTo>
                      <a:lnTo>
                        <a:pt x="622740" y="960269"/>
                      </a:lnTo>
                      <a:lnTo>
                        <a:pt x="575683" y="945109"/>
                      </a:lnTo>
                      <a:lnTo>
                        <a:pt x="528596" y="925905"/>
                      </a:lnTo>
                      <a:lnTo>
                        <a:pt x="482195" y="904675"/>
                      </a:lnTo>
                      <a:lnTo>
                        <a:pt x="438588" y="882077"/>
                      </a:lnTo>
                      <a:lnTo>
                        <a:pt x="396362" y="856774"/>
                      </a:lnTo>
                      <a:lnTo>
                        <a:pt x="354833" y="830793"/>
                      </a:lnTo>
                      <a:lnTo>
                        <a:pt x="316096" y="803443"/>
                      </a:lnTo>
                      <a:lnTo>
                        <a:pt x="278056" y="775415"/>
                      </a:lnTo>
                      <a:lnTo>
                        <a:pt x="242813" y="746693"/>
                      </a:lnTo>
                      <a:lnTo>
                        <a:pt x="208977" y="718634"/>
                      </a:lnTo>
                      <a:lnTo>
                        <a:pt x="177948" y="691229"/>
                      </a:lnTo>
                      <a:lnTo>
                        <a:pt x="149722" y="663804"/>
                      </a:lnTo>
                      <a:lnTo>
                        <a:pt x="121506" y="637727"/>
                      </a:lnTo>
                      <a:lnTo>
                        <a:pt x="98199" y="612289"/>
                      </a:lnTo>
                      <a:lnTo>
                        <a:pt x="75608" y="588866"/>
                      </a:lnTo>
                      <a:lnTo>
                        <a:pt x="56540" y="568114"/>
                      </a:lnTo>
                      <a:lnTo>
                        <a:pt x="39582" y="548695"/>
                      </a:lnTo>
                      <a:lnTo>
                        <a:pt x="26158" y="533292"/>
                      </a:lnTo>
                      <a:lnTo>
                        <a:pt x="14850" y="519897"/>
                      </a:lnTo>
                      <a:lnTo>
                        <a:pt x="7070" y="509845"/>
                      </a:lnTo>
                      <a:lnTo>
                        <a:pt x="2122" y="503816"/>
                      </a:lnTo>
                      <a:lnTo>
                        <a:pt x="0" y="501136"/>
                      </a:lnTo>
                      <a:lnTo>
                        <a:pt x="2088" y="499100"/>
                      </a:lnTo>
                      <a:lnTo>
                        <a:pt x="6949" y="493000"/>
                      </a:lnTo>
                      <a:lnTo>
                        <a:pt x="14589" y="483512"/>
                      </a:lnTo>
                      <a:lnTo>
                        <a:pt x="25699" y="469282"/>
                      </a:lnTo>
                      <a:lnTo>
                        <a:pt x="38901" y="453689"/>
                      </a:lnTo>
                      <a:lnTo>
                        <a:pt x="55578" y="434028"/>
                      </a:lnTo>
                      <a:lnTo>
                        <a:pt x="74342" y="412331"/>
                      </a:lnTo>
                      <a:lnTo>
                        <a:pt x="96600" y="389261"/>
                      </a:lnTo>
                      <a:lnTo>
                        <a:pt x="119540" y="363491"/>
                      </a:lnTo>
                      <a:lnTo>
                        <a:pt x="147379" y="337011"/>
                      </a:lnTo>
                      <a:lnTo>
                        <a:pt x="175209" y="309185"/>
                      </a:lnTo>
                      <a:lnTo>
                        <a:pt x="205837" y="280664"/>
                      </a:lnTo>
                      <a:lnTo>
                        <a:pt x="239262" y="251450"/>
                      </a:lnTo>
                      <a:lnTo>
                        <a:pt x="274095" y="222899"/>
                      </a:lnTo>
                      <a:lnTo>
                        <a:pt x="311734" y="195002"/>
                      </a:lnTo>
                      <a:lnTo>
                        <a:pt x="350074" y="167100"/>
                      </a:lnTo>
                      <a:lnTo>
                        <a:pt x="391227" y="140525"/>
                      </a:lnTo>
                      <a:lnTo>
                        <a:pt x="433085" y="114619"/>
                      </a:lnTo>
                      <a:lnTo>
                        <a:pt x="476360" y="90725"/>
                      </a:lnTo>
                      <a:lnTo>
                        <a:pt x="522456" y="69505"/>
                      </a:lnTo>
                      <a:lnTo>
                        <a:pt x="569263" y="49629"/>
                      </a:lnTo>
                      <a:lnTo>
                        <a:pt x="616098" y="33795"/>
                      </a:lnTo>
                      <a:lnTo>
                        <a:pt x="666447" y="19283"/>
                      </a:lnTo>
                      <a:lnTo>
                        <a:pt x="716128" y="9493"/>
                      </a:lnTo>
                      <a:lnTo>
                        <a:pt x="767236" y="3062"/>
                      </a:lnTo>
                      <a:lnTo>
                        <a:pt x="818368" y="0"/>
                      </a:lnTo>
                      <a:lnTo>
                        <a:pt x="870939" y="2319"/>
                      </a:lnTo>
                      <a:lnTo>
                        <a:pt x="922134" y="8016"/>
                      </a:lnTo>
                      <a:lnTo>
                        <a:pt x="971951" y="17093"/>
                      </a:lnTo>
                      <a:lnTo>
                        <a:pt x="1021101" y="30891"/>
                      </a:lnTo>
                      <a:close/>
                      <a:moveTo>
                        <a:pt x="1953336" y="19499"/>
                      </a:moveTo>
                      <a:lnTo>
                        <a:pt x="1953333" y="19507"/>
                      </a:lnTo>
                      <a:lnTo>
                        <a:pt x="1953333" y="19499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57150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108000" bIns="3600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lnSpc>
                      <a:spcPct val="120000"/>
                    </a:lnSpc>
                    <a:defRPr/>
                  </a:pPr>
                  <a:endParaRPr lang="en-US" altLang="zh-CN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cs typeface="+mn-ea"/>
                    <a:sym typeface="Calibri" panose="020F0502020204030204" pitchFamily="34" charset="0"/>
                  </a:endParaRPr>
                </a:p>
              </p:txBody>
            </p:sp>
            <p:sp>
              <p:nvSpPr>
                <p:cNvPr id="13" name="MH_SubTitle_5"/>
                <p:cNvSpPr/>
                <p:nvPr/>
              </p:nvSpPr>
              <p:spPr>
                <a:xfrm rot="603049">
                  <a:off x="4548189" y="3321050"/>
                  <a:ext cx="1627187" cy="992188"/>
                </a:xfrm>
                <a:custGeom>
                  <a:avLst/>
                  <a:gdLst>
                    <a:gd name="connsiteX0" fmla="*/ 627564 w 1628083"/>
                    <a:gd name="connsiteY0" fmla="*/ 18356 h 992800"/>
                    <a:gd name="connsiteX1" fmla="*/ 677592 w 1628083"/>
                    <a:gd name="connsiteY1" fmla="*/ 9694 h 992800"/>
                    <a:gd name="connsiteX2" fmla="*/ 728128 w 1628083"/>
                    <a:gd name="connsiteY2" fmla="*/ 2463 h 992800"/>
                    <a:gd name="connsiteX3" fmla="*/ 778705 w 1628083"/>
                    <a:gd name="connsiteY3" fmla="*/ 0 h 992800"/>
                    <a:gd name="connsiteX4" fmla="*/ 830205 w 1628083"/>
                    <a:gd name="connsiteY4" fmla="*/ 1068 h 992800"/>
                    <a:gd name="connsiteX5" fmla="*/ 882533 w 1628083"/>
                    <a:gd name="connsiteY5" fmla="*/ 6334 h 992800"/>
                    <a:gd name="connsiteX6" fmla="*/ 932914 w 1628083"/>
                    <a:gd name="connsiteY6" fmla="*/ 15410 h 992800"/>
                    <a:gd name="connsiteX7" fmla="*/ 982736 w 1628083"/>
                    <a:gd name="connsiteY7" fmla="*/ 28491 h 992800"/>
                    <a:gd name="connsiteX8" fmla="*/ 1030704 w 1628083"/>
                    <a:gd name="connsiteY8" fmla="*/ 44714 h 992800"/>
                    <a:gd name="connsiteX9" fmla="*/ 1078714 w 1628083"/>
                    <a:gd name="connsiteY9" fmla="*/ 65705 h 992800"/>
                    <a:gd name="connsiteX10" fmla="*/ 1123068 w 1628083"/>
                    <a:gd name="connsiteY10" fmla="*/ 87547 h 992800"/>
                    <a:gd name="connsiteX11" fmla="*/ 1166862 w 1628083"/>
                    <a:gd name="connsiteY11" fmla="*/ 113392 h 992800"/>
                    <a:gd name="connsiteX12" fmla="*/ 1209683 w 1628083"/>
                    <a:gd name="connsiteY12" fmla="*/ 141143 h 992800"/>
                    <a:gd name="connsiteX13" fmla="*/ 1249541 w 1628083"/>
                    <a:gd name="connsiteY13" fmla="*/ 169841 h 992800"/>
                    <a:gd name="connsiteX14" fmla="*/ 1287639 w 1628083"/>
                    <a:gd name="connsiteY14" fmla="*/ 201014 h 992800"/>
                    <a:gd name="connsiteX15" fmla="*/ 1324950 w 1628083"/>
                    <a:gd name="connsiteY15" fmla="*/ 232758 h 992800"/>
                    <a:gd name="connsiteX16" fmla="*/ 1359299 w 1628083"/>
                    <a:gd name="connsiteY16" fmla="*/ 265448 h 992800"/>
                    <a:gd name="connsiteX17" fmla="*/ 1392860 w 1628083"/>
                    <a:gd name="connsiteY17" fmla="*/ 298710 h 992800"/>
                    <a:gd name="connsiteX18" fmla="*/ 1423552 w 1628083"/>
                    <a:gd name="connsiteY18" fmla="*/ 332251 h 992800"/>
                    <a:gd name="connsiteX19" fmla="*/ 1452949 w 1628083"/>
                    <a:gd name="connsiteY19" fmla="*/ 364931 h 992800"/>
                    <a:gd name="connsiteX20" fmla="*/ 1479664 w 1628083"/>
                    <a:gd name="connsiteY20" fmla="*/ 396555 h 992800"/>
                    <a:gd name="connsiteX21" fmla="*/ 1503602 w 1628083"/>
                    <a:gd name="connsiteY21" fmla="*/ 427793 h 992800"/>
                    <a:gd name="connsiteX22" fmla="*/ 1527728 w 1628083"/>
                    <a:gd name="connsiteY22" fmla="*/ 457695 h 992800"/>
                    <a:gd name="connsiteX23" fmla="*/ 1547088 w 1628083"/>
                    <a:gd name="connsiteY23" fmla="*/ 486252 h 992800"/>
                    <a:gd name="connsiteX24" fmla="*/ 1566034 w 1628083"/>
                    <a:gd name="connsiteY24" fmla="*/ 512710 h 992800"/>
                    <a:gd name="connsiteX25" fmla="*/ 1581883 w 1628083"/>
                    <a:gd name="connsiteY25" fmla="*/ 536014 h 992800"/>
                    <a:gd name="connsiteX26" fmla="*/ 1595836 w 1628083"/>
                    <a:gd name="connsiteY26" fmla="*/ 557693 h 992800"/>
                    <a:gd name="connsiteX27" fmla="*/ 1606878 w 1628083"/>
                    <a:gd name="connsiteY27" fmla="*/ 574883 h 992800"/>
                    <a:gd name="connsiteX28" fmla="*/ 1616118 w 1628083"/>
                    <a:gd name="connsiteY28" fmla="*/ 589780 h 992800"/>
                    <a:gd name="connsiteX29" fmla="*/ 1622354 w 1628083"/>
                    <a:gd name="connsiteY29" fmla="*/ 600856 h 992800"/>
                    <a:gd name="connsiteX30" fmla="*/ 1626373 w 1628083"/>
                    <a:gd name="connsiteY30" fmla="*/ 607541 h 992800"/>
                    <a:gd name="connsiteX31" fmla="*/ 1628083 w 1628083"/>
                    <a:gd name="connsiteY31" fmla="*/ 610501 h 992800"/>
                    <a:gd name="connsiteX32" fmla="*/ 1625721 w 1628083"/>
                    <a:gd name="connsiteY32" fmla="*/ 612212 h 992800"/>
                    <a:gd name="connsiteX33" fmla="*/ 1620025 w 1628083"/>
                    <a:gd name="connsiteY33" fmla="*/ 617540 h 992800"/>
                    <a:gd name="connsiteX34" fmla="*/ 1611086 w 1628083"/>
                    <a:gd name="connsiteY34" fmla="*/ 625817 h 992800"/>
                    <a:gd name="connsiteX35" fmla="*/ 1598026 w 1628083"/>
                    <a:gd name="connsiteY35" fmla="*/ 638280 h 992800"/>
                    <a:gd name="connsiteX36" fmla="*/ 1582697 w 1628083"/>
                    <a:gd name="connsiteY36" fmla="*/ 651788 h 992800"/>
                    <a:gd name="connsiteX37" fmla="*/ 1563339 w 1628083"/>
                    <a:gd name="connsiteY37" fmla="*/ 668815 h 992800"/>
                    <a:gd name="connsiteX38" fmla="*/ 1541619 w 1628083"/>
                    <a:gd name="connsiteY38" fmla="*/ 687554 h 992800"/>
                    <a:gd name="connsiteX39" fmla="*/ 1516243 w 1628083"/>
                    <a:gd name="connsiteY39" fmla="*/ 707142 h 992800"/>
                    <a:gd name="connsiteX40" fmla="*/ 1489801 w 1628083"/>
                    <a:gd name="connsiteY40" fmla="*/ 729304 h 992800"/>
                    <a:gd name="connsiteX41" fmla="*/ 1458408 w 1628083"/>
                    <a:gd name="connsiteY41" fmla="*/ 751454 h 992800"/>
                    <a:gd name="connsiteX42" fmla="*/ 1426828 w 1628083"/>
                    <a:gd name="connsiteY42" fmla="*/ 774939 h 992800"/>
                    <a:gd name="connsiteX43" fmla="*/ 1392379 w 1628083"/>
                    <a:gd name="connsiteY43" fmla="*/ 798703 h 992800"/>
                    <a:gd name="connsiteX44" fmla="*/ 1355061 w 1628083"/>
                    <a:gd name="connsiteY44" fmla="*/ 822747 h 992800"/>
                    <a:gd name="connsiteX45" fmla="*/ 1316448 w 1628083"/>
                    <a:gd name="connsiteY45" fmla="*/ 845931 h 992800"/>
                    <a:gd name="connsiteX46" fmla="*/ 1275152 w 1628083"/>
                    <a:gd name="connsiteY46" fmla="*/ 868059 h 992800"/>
                    <a:gd name="connsiteX47" fmla="*/ 1233162 w 1628083"/>
                    <a:gd name="connsiteY47" fmla="*/ 890090 h 992800"/>
                    <a:gd name="connsiteX48" fmla="*/ 1188583 w 1628083"/>
                    <a:gd name="connsiteY48" fmla="*/ 910399 h 992800"/>
                    <a:gd name="connsiteX49" fmla="*/ 1143403 w 1628083"/>
                    <a:gd name="connsiteY49" fmla="*/ 929944 h 992800"/>
                    <a:gd name="connsiteX50" fmla="*/ 1097115 w 1628083"/>
                    <a:gd name="connsiteY50" fmla="*/ 947293 h 992800"/>
                    <a:gd name="connsiteX51" fmla="*/ 1048423 w 1628083"/>
                    <a:gd name="connsiteY51" fmla="*/ 961584 h 992800"/>
                    <a:gd name="connsiteX52" fmla="*/ 999224 w 1628083"/>
                    <a:gd name="connsiteY52" fmla="*/ 974444 h 992800"/>
                    <a:gd name="connsiteX53" fmla="*/ 950584 w 1628083"/>
                    <a:gd name="connsiteY53" fmla="*/ 983301 h 992800"/>
                    <a:gd name="connsiteX54" fmla="*/ 898661 w 1628083"/>
                    <a:gd name="connsiteY54" fmla="*/ 990338 h 992800"/>
                    <a:gd name="connsiteX55" fmla="*/ 848083 w 1628083"/>
                    <a:gd name="connsiteY55" fmla="*/ 992800 h 992800"/>
                    <a:gd name="connsiteX56" fmla="*/ 796584 w 1628083"/>
                    <a:gd name="connsiteY56" fmla="*/ 991732 h 992800"/>
                    <a:gd name="connsiteX57" fmla="*/ 745550 w 1628083"/>
                    <a:gd name="connsiteY57" fmla="*/ 987328 h 992800"/>
                    <a:gd name="connsiteX58" fmla="*/ 693874 w 1628083"/>
                    <a:gd name="connsiteY58" fmla="*/ 977390 h 992800"/>
                    <a:gd name="connsiteX59" fmla="*/ 644052 w 1628083"/>
                    <a:gd name="connsiteY59" fmla="*/ 964310 h 992800"/>
                    <a:gd name="connsiteX60" fmla="*/ 596084 w 1628083"/>
                    <a:gd name="connsiteY60" fmla="*/ 948087 h 992800"/>
                    <a:gd name="connsiteX61" fmla="*/ 549462 w 1628083"/>
                    <a:gd name="connsiteY61" fmla="*/ 927289 h 992800"/>
                    <a:gd name="connsiteX62" fmla="*/ 503721 w 1628083"/>
                    <a:gd name="connsiteY62" fmla="*/ 905254 h 992800"/>
                    <a:gd name="connsiteX63" fmla="*/ 459926 w 1628083"/>
                    <a:gd name="connsiteY63" fmla="*/ 879409 h 992800"/>
                    <a:gd name="connsiteX64" fmla="*/ 418400 w 1628083"/>
                    <a:gd name="connsiteY64" fmla="*/ 852519 h 992800"/>
                    <a:gd name="connsiteX65" fmla="*/ 377941 w 1628083"/>
                    <a:gd name="connsiteY65" fmla="*/ 823057 h 992800"/>
                    <a:gd name="connsiteX66" fmla="*/ 339149 w 1628083"/>
                    <a:gd name="connsiteY66" fmla="*/ 791787 h 992800"/>
                    <a:gd name="connsiteX67" fmla="*/ 302532 w 1628083"/>
                    <a:gd name="connsiteY67" fmla="*/ 760140 h 992800"/>
                    <a:gd name="connsiteX68" fmla="*/ 267490 w 1628083"/>
                    <a:gd name="connsiteY68" fmla="*/ 727352 h 992800"/>
                    <a:gd name="connsiteX69" fmla="*/ 235224 w 1628083"/>
                    <a:gd name="connsiteY69" fmla="*/ 694952 h 992800"/>
                    <a:gd name="connsiteX70" fmla="*/ 203744 w 1628083"/>
                    <a:gd name="connsiteY70" fmla="*/ 661982 h 992800"/>
                    <a:gd name="connsiteX71" fmla="*/ 173746 w 1628083"/>
                    <a:gd name="connsiteY71" fmla="*/ 628538 h 992800"/>
                    <a:gd name="connsiteX72" fmla="*/ 147819 w 1628083"/>
                    <a:gd name="connsiteY72" fmla="*/ 596342 h 992800"/>
                    <a:gd name="connsiteX73" fmla="*/ 123186 w 1628083"/>
                    <a:gd name="connsiteY73" fmla="*/ 565008 h 992800"/>
                    <a:gd name="connsiteX74" fmla="*/ 99061 w 1628083"/>
                    <a:gd name="connsiteY74" fmla="*/ 535105 h 992800"/>
                    <a:gd name="connsiteX75" fmla="*/ 79700 w 1628083"/>
                    <a:gd name="connsiteY75" fmla="*/ 506549 h 992800"/>
                    <a:gd name="connsiteX76" fmla="*/ 60661 w 1628083"/>
                    <a:gd name="connsiteY76" fmla="*/ 480758 h 992800"/>
                    <a:gd name="connsiteX77" fmla="*/ 45600 w 1628083"/>
                    <a:gd name="connsiteY77" fmla="*/ 456884 h 992800"/>
                    <a:gd name="connsiteX78" fmla="*/ 31647 w 1628083"/>
                    <a:gd name="connsiteY78" fmla="*/ 435205 h 992800"/>
                    <a:gd name="connsiteX79" fmla="*/ 19910 w 1628083"/>
                    <a:gd name="connsiteY79" fmla="*/ 417918 h 992800"/>
                    <a:gd name="connsiteX80" fmla="*/ 10763 w 1628083"/>
                    <a:gd name="connsiteY80" fmla="*/ 402353 h 992800"/>
                    <a:gd name="connsiteX81" fmla="*/ 5128 w 1628083"/>
                    <a:gd name="connsiteY81" fmla="*/ 392041 h 992800"/>
                    <a:gd name="connsiteX82" fmla="*/ 415 w 1628083"/>
                    <a:gd name="connsiteY82" fmla="*/ 385260 h 992800"/>
                    <a:gd name="connsiteX83" fmla="*/ 0 w 1628083"/>
                    <a:gd name="connsiteY83" fmla="*/ 383161 h 992800"/>
                    <a:gd name="connsiteX84" fmla="*/ 1067 w 1628083"/>
                    <a:gd name="connsiteY84" fmla="*/ 380589 h 992800"/>
                    <a:gd name="connsiteX85" fmla="*/ 7458 w 1628083"/>
                    <a:gd name="connsiteY85" fmla="*/ 375358 h 992800"/>
                    <a:gd name="connsiteX86" fmla="*/ 15795 w 1628083"/>
                    <a:gd name="connsiteY86" fmla="*/ 366317 h 992800"/>
                    <a:gd name="connsiteX87" fmla="*/ 28763 w 1628083"/>
                    <a:gd name="connsiteY87" fmla="*/ 354520 h 992800"/>
                    <a:gd name="connsiteX88" fmla="*/ 44786 w 1628083"/>
                    <a:gd name="connsiteY88" fmla="*/ 341110 h 992800"/>
                    <a:gd name="connsiteX89" fmla="*/ 64144 w 1628083"/>
                    <a:gd name="connsiteY89" fmla="*/ 324082 h 992800"/>
                    <a:gd name="connsiteX90" fmla="*/ 85076 w 1628083"/>
                    <a:gd name="connsiteY90" fmla="*/ 305914 h 992800"/>
                    <a:gd name="connsiteX91" fmla="*/ 110545 w 1628083"/>
                    <a:gd name="connsiteY91" fmla="*/ 285658 h 992800"/>
                    <a:gd name="connsiteX92" fmla="*/ 136987 w 1628083"/>
                    <a:gd name="connsiteY92" fmla="*/ 263497 h 992800"/>
                    <a:gd name="connsiteX93" fmla="*/ 168381 w 1628083"/>
                    <a:gd name="connsiteY93" fmla="*/ 241347 h 992800"/>
                    <a:gd name="connsiteX94" fmla="*/ 200655 w 1628083"/>
                    <a:gd name="connsiteY94" fmla="*/ 217959 h 992800"/>
                    <a:gd name="connsiteX95" fmla="*/ 234316 w 1628083"/>
                    <a:gd name="connsiteY95" fmla="*/ 194765 h 992800"/>
                    <a:gd name="connsiteX96" fmla="*/ 272235 w 1628083"/>
                    <a:gd name="connsiteY96" fmla="*/ 171485 h 992800"/>
                    <a:gd name="connsiteX97" fmla="*/ 311635 w 1628083"/>
                    <a:gd name="connsiteY97" fmla="*/ 147731 h 992800"/>
                    <a:gd name="connsiteX98" fmla="*/ 351636 w 1628083"/>
                    <a:gd name="connsiteY98" fmla="*/ 124742 h 992800"/>
                    <a:gd name="connsiteX99" fmla="*/ 394320 w 1628083"/>
                    <a:gd name="connsiteY99" fmla="*/ 102808 h 992800"/>
                    <a:gd name="connsiteX100" fmla="*/ 438205 w 1628083"/>
                    <a:gd name="connsiteY100" fmla="*/ 82402 h 992800"/>
                    <a:gd name="connsiteX101" fmla="*/ 484079 w 1628083"/>
                    <a:gd name="connsiteY101" fmla="*/ 62954 h 992800"/>
                    <a:gd name="connsiteX102" fmla="*/ 530968 w 1628083"/>
                    <a:gd name="connsiteY102" fmla="*/ 46369 h 992800"/>
                    <a:gd name="connsiteX103" fmla="*/ 578365 w 1628083"/>
                    <a:gd name="connsiteY103" fmla="*/ 31216 h 9928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</a:cxnLst>
                  <a:rect l="l" t="t" r="r" b="b"/>
                  <a:pathLst>
                    <a:path w="1628083" h="992800">
                      <a:moveTo>
                        <a:pt x="627564" y="18356"/>
                      </a:moveTo>
                      <a:lnTo>
                        <a:pt x="677592" y="9694"/>
                      </a:lnTo>
                      <a:lnTo>
                        <a:pt x="728128" y="2463"/>
                      </a:lnTo>
                      <a:lnTo>
                        <a:pt x="778705" y="0"/>
                      </a:lnTo>
                      <a:lnTo>
                        <a:pt x="830205" y="1068"/>
                      </a:lnTo>
                      <a:lnTo>
                        <a:pt x="882533" y="6334"/>
                      </a:lnTo>
                      <a:lnTo>
                        <a:pt x="932914" y="15410"/>
                      </a:lnTo>
                      <a:lnTo>
                        <a:pt x="982736" y="28491"/>
                      </a:lnTo>
                      <a:lnTo>
                        <a:pt x="1030704" y="44714"/>
                      </a:lnTo>
                      <a:lnTo>
                        <a:pt x="1078714" y="65705"/>
                      </a:lnTo>
                      <a:lnTo>
                        <a:pt x="1123068" y="87547"/>
                      </a:lnTo>
                      <a:lnTo>
                        <a:pt x="1166862" y="113392"/>
                      </a:lnTo>
                      <a:lnTo>
                        <a:pt x="1209683" y="141143"/>
                      </a:lnTo>
                      <a:lnTo>
                        <a:pt x="1249541" y="169841"/>
                      </a:lnTo>
                      <a:lnTo>
                        <a:pt x="1287639" y="201014"/>
                      </a:lnTo>
                      <a:lnTo>
                        <a:pt x="1324950" y="232758"/>
                      </a:lnTo>
                      <a:lnTo>
                        <a:pt x="1359299" y="265448"/>
                      </a:lnTo>
                      <a:lnTo>
                        <a:pt x="1392860" y="298710"/>
                      </a:lnTo>
                      <a:lnTo>
                        <a:pt x="1423552" y="332251"/>
                      </a:lnTo>
                      <a:lnTo>
                        <a:pt x="1452949" y="364931"/>
                      </a:lnTo>
                      <a:lnTo>
                        <a:pt x="1479664" y="396555"/>
                      </a:lnTo>
                      <a:lnTo>
                        <a:pt x="1503602" y="427793"/>
                      </a:lnTo>
                      <a:lnTo>
                        <a:pt x="1527728" y="457695"/>
                      </a:lnTo>
                      <a:lnTo>
                        <a:pt x="1547088" y="486252"/>
                      </a:lnTo>
                      <a:lnTo>
                        <a:pt x="1566034" y="512710"/>
                      </a:lnTo>
                      <a:lnTo>
                        <a:pt x="1581883" y="536014"/>
                      </a:lnTo>
                      <a:lnTo>
                        <a:pt x="1595836" y="557693"/>
                      </a:lnTo>
                      <a:lnTo>
                        <a:pt x="1606878" y="574883"/>
                      </a:lnTo>
                      <a:lnTo>
                        <a:pt x="1616118" y="589780"/>
                      </a:lnTo>
                      <a:lnTo>
                        <a:pt x="1622354" y="600856"/>
                      </a:lnTo>
                      <a:lnTo>
                        <a:pt x="1626373" y="607541"/>
                      </a:lnTo>
                      <a:lnTo>
                        <a:pt x="1628083" y="610501"/>
                      </a:lnTo>
                      <a:lnTo>
                        <a:pt x="1625721" y="612212"/>
                      </a:lnTo>
                      <a:lnTo>
                        <a:pt x="1620025" y="617540"/>
                      </a:lnTo>
                      <a:lnTo>
                        <a:pt x="1611086" y="625817"/>
                      </a:lnTo>
                      <a:lnTo>
                        <a:pt x="1598026" y="638280"/>
                      </a:lnTo>
                      <a:lnTo>
                        <a:pt x="1582697" y="651788"/>
                      </a:lnTo>
                      <a:lnTo>
                        <a:pt x="1563339" y="668815"/>
                      </a:lnTo>
                      <a:lnTo>
                        <a:pt x="1541619" y="687554"/>
                      </a:lnTo>
                      <a:lnTo>
                        <a:pt x="1516243" y="707142"/>
                      </a:lnTo>
                      <a:lnTo>
                        <a:pt x="1489801" y="729304"/>
                      </a:lnTo>
                      <a:lnTo>
                        <a:pt x="1458408" y="751454"/>
                      </a:lnTo>
                      <a:lnTo>
                        <a:pt x="1426828" y="774939"/>
                      </a:lnTo>
                      <a:lnTo>
                        <a:pt x="1392379" y="798703"/>
                      </a:lnTo>
                      <a:lnTo>
                        <a:pt x="1355061" y="822747"/>
                      </a:lnTo>
                      <a:lnTo>
                        <a:pt x="1316448" y="845931"/>
                      </a:lnTo>
                      <a:lnTo>
                        <a:pt x="1275152" y="868059"/>
                      </a:lnTo>
                      <a:lnTo>
                        <a:pt x="1233162" y="890090"/>
                      </a:lnTo>
                      <a:lnTo>
                        <a:pt x="1188583" y="910399"/>
                      </a:lnTo>
                      <a:lnTo>
                        <a:pt x="1143403" y="929944"/>
                      </a:lnTo>
                      <a:lnTo>
                        <a:pt x="1097115" y="947293"/>
                      </a:lnTo>
                      <a:lnTo>
                        <a:pt x="1048423" y="961584"/>
                      </a:lnTo>
                      <a:lnTo>
                        <a:pt x="999224" y="974444"/>
                      </a:lnTo>
                      <a:lnTo>
                        <a:pt x="950584" y="983301"/>
                      </a:lnTo>
                      <a:lnTo>
                        <a:pt x="898661" y="990338"/>
                      </a:lnTo>
                      <a:lnTo>
                        <a:pt x="848083" y="992800"/>
                      </a:lnTo>
                      <a:lnTo>
                        <a:pt x="796584" y="991732"/>
                      </a:lnTo>
                      <a:lnTo>
                        <a:pt x="745550" y="987328"/>
                      </a:lnTo>
                      <a:lnTo>
                        <a:pt x="693874" y="977390"/>
                      </a:lnTo>
                      <a:lnTo>
                        <a:pt x="644052" y="964310"/>
                      </a:lnTo>
                      <a:lnTo>
                        <a:pt x="596084" y="948087"/>
                      </a:lnTo>
                      <a:lnTo>
                        <a:pt x="549462" y="927289"/>
                      </a:lnTo>
                      <a:lnTo>
                        <a:pt x="503721" y="905254"/>
                      </a:lnTo>
                      <a:lnTo>
                        <a:pt x="459926" y="879409"/>
                      </a:lnTo>
                      <a:lnTo>
                        <a:pt x="418400" y="852519"/>
                      </a:lnTo>
                      <a:lnTo>
                        <a:pt x="377941" y="823057"/>
                      </a:lnTo>
                      <a:lnTo>
                        <a:pt x="339149" y="791787"/>
                      </a:lnTo>
                      <a:lnTo>
                        <a:pt x="302532" y="760140"/>
                      </a:lnTo>
                      <a:lnTo>
                        <a:pt x="267490" y="727352"/>
                      </a:lnTo>
                      <a:lnTo>
                        <a:pt x="235224" y="694952"/>
                      </a:lnTo>
                      <a:lnTo>
                        <a:pt x="203744" y="661982"/>
                      </a:lnTo>
                      <a:lnTo>
                        <a:pt x="173746" y="628538"/>
                      </a:lnTo>
                      <a:lnTo>
                        <a:pt x="147819" y="596342"/>
                      </a:lnTo>
                      <a:lnTo>
                        <a:pt x="123186" y="565008"/>
                      </a:lnTo>
                      <a:lnTo>
                        <a:pt x="99061" y="535105"/>
                      </a:lnTo>
                      <a:lnTo>
                        <a:pt x="79700" y="506549"/>
                      </a:lnTo>
                      <a:lnTo>
                        <a:pt x="60661" y="480758"/>
                      </a:lnTo>
                      <a:lnTo>
                        <a:pt x="45600" y="456884"/>
                      </a:lnTo>
                      <a:lnTo>
                        <a:pt x="31647" y="435205"/>
                      </a:lnTo>
                      <a:lnTo>
                        <a:pt x="19910" y="417918"/>
                      </a:lnTo>
                      <a:lnTo>
                        <a:pt x="10763" y="402353"/>
                      </a:lnTo>
                      <a:lnTo>
                        <a:pt x="5128" y="392041"/>
                      </a:lnTo>
                      <a:lnTo>
                        <a:pt x="415" y="385260"/>
                      </a:lnTo>
                      <a:lnTo>
                        <a:pt x="0" y="383161"/>
                      </a:lnTo>
                      <a:lnTo>
                        <a:pt x="1067" y="380589"/>
                      </a:lnTo>
                      <a:lnTo>
                        <a:pt x="7458" y="375358"/>
                      </a:lnTo>
                      <a:lnTo>
                        <a:pt x="15795" y="366317"/>
                      </a:lnTo>
                      <a:lnTo>
                        <a:pt x="28763" y="354520"/>
                      </a:lnTo>
                      <a:lnTo>
                        <a:pt x="44786" y="341110"/>
                      </a:lnTo>
                      <a:lnTo>
                        <a:pt x="64144" y="324082"/>
                      </a:lnTo>
                      <a:lnTo>
                        <a:pt x="85076" y="305914"/>
                      </a:lnTo>
                      <a:lnTo>
                        <a:pt x="110545" y="285658"/>
                      </a:lnTo>
                      <a:lnTo>
                        <a:pt x="136987" y="263497"/>
                      </a:lnTo>
                      <a:lnTo>
                        <a:pt x="168381" y="241347"/>
                      </a:lnTo>
                      <a:lnTo>
                        <a:pt x="200655" y="217959"/>
                      </a:lnTo>
                      <a:lnTo>
                        <a:pt x="234316" y="194765"/>
                      </a:lnTo>
                      <a:lnTo>
                        <a:pt x="272235" y="171485"/>
                      </a:lnTo>
                      <a:lnTo>
                        <a:pt x="311635" y="147731"/>
                      </a:lnTo>
                      <a:lnTo>
                        <a:pt x="351636" y="124742"/>
                      </a:lnTo>
                      <a:lnTo>
                        <a:pt x="394320" y="102808"/>
                      </a:lnTo>
                      <a:lnTo>
                        <a:pt x="438205" y="82402"/>
                      </a:lnTo>
                      <a:lnTo>
                        <a:pt x="484079" y="62954"/>
                      </a:lnTo>
                      <a:lnTo>
                        <a:pt x="530968" y="46369"/>
                      </a:lnTo>
                      <a:lnTo>
                        <a:pt x="578365" y="31216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57150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72000" bIns="3600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lnSpc>
                      <a:spcPct val="120000"/>
                    </a:lnSpc>
                    <a:defRPr/>
                  </a:pPr>
                  <a:endParaRPr lang="en-US" altLang="zh-CN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cs typeface="+mn-ea"/>
                    <a:sym typeface="Calibri" panose="020F0502020204030204" pitchFamily="34" charset="0"/>
                  </a:endParaRPr>
                </a:p>
              </p:txBody>
            </p:sp>
            <p:sp>
              <p:nvSpPr>
                <p:cNvPr id="14" name="MH_Title_1"/>
                <p:cNvSpPr>
                  <a:spLocks noChangeArrowheads="1"/>
                </p:cNvSpPr>
                <p:nvPr/>
              </p:nvSpPr>
              <p:spPr bwMode="gray">
                <a:xfrm>
                  <a:off x="5711825" y="3602038"/>
                  <a:ext cx="922338" cy="920750"/>
                </a:xfrm>
                <a:prstGeom prst="ellipse">
                  <a:avLst/>
                </a:prstGeom>
                <a:solidFill>
                  <a:srgbClr val="FFFFFF"/>
                </a:solidFill>
                <a:ln w="3175">
                  <a:solidFill>
                    <a:srgbClr val="FFFFFF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lnSpc>
                      <a:spcPct val="120000"/>
                    </a:lnSpc>
                    <a:defRPr/>
                  </a:pPr>
                  <a:endParaRPr lang="en-US" altLang="zh-CN" sz="16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cs typeface="+mn-ea"/>
                    <a:sym typeface="Calibri" panose="020F0502020204030204" pitchFamily="34" charset="0"/>
                  </a:endParaRPr>
                </a:p>
              </p:txBody>
            </p:sp>
          </p:grpSp>
          <p:sp>
            <p:nvSpPr>
              <p:cNvPr id="4" name="椭圆 4"/>
              <p:cNvSpPr/>
              <p:nvPr/>
            </p:nvSpPr>
            <p:spPr>
              <a:xfrm>
                <a:off x="5876675" y="2450401"/>
                <a:ext cx="460649" cy="474840"/>
              </a:xfrm>
              <a:custGeom>
                <a:avLst/>
                <a:gdLst>
                  <a:gd name="connsiteX0" fmla="*/ 157951 w 327026"/>
                  <a:gd name="connsiteY0" fmla="*/ 134938 h 337100"/>
                  <a:gd name="connsiteX1" fmla="*/ 327026 w 327026"/>
                  <a:gd name="connsiteY1" fmla="*/ 239958 h 337100"/>
                  <a:gd name="connsiteX2" fmla="*/ 259660 w 327026"/>
                  <a:gd name="connsiteY2" fmla="*/ 254398 h 337100"/>
                  <a:gd name="connsiteX3" fmla="*/ 295325 w 327026"/>
                  <a:gd name="connsiteY3" fmla="*/ 305595 h 337100"/>
                  <a:gd name="connsiteX4" fmla="*/ 292683 w 327026"/>
                  <a:gd name="connsiteY4" fmla="*/ 334475 h 337100"/>
                  <a:gd name="connsiteX5" fmla="*/ 263623 w 327026"/>
                  <a:gd name="connsiteY5" fmla="*/ 326599 h 337100"/>
                  <a:gd name="connsiteX6" fmla="*/ 227959 w 327026"/>
                  <a:gd name="connsiteY6" fmla="*/ 275402 h 337100"/>
                  <a:gd name="connsiteX7" fmla="*/ 192294 w 327026"/>
                  <a:gd name="connsiteY7" fmla="*/ 333162 h 337100"/>
                  <a:gd name="connsiteX8" fmla="*/ 153988 w 327026"/>
                  <a:gd name="connsiteY8" fmla="*/ 137564 h 337100"/>
                  <a:gd name="connsiteX9" fmla="*/ 157951 w 327026"/>
                  <a:gd name="connsiteY9" fmla="*/ 134938 h 337100"/>
                  <a:gd name="connsiteX10" fmla="*/ 287448 w 327026"/>
                  <a:gd name="connsiteY10" fmla="*/ 96838 h 337100"/>
                  <a:gd name="connsiteX11" fmla="*/ 270368 w 327026"/>
                  <a:gd name="connsiteY11" fmla="*/ 108528 h 337100"/>
                  <a:gd name="connsiteX12" fmla="*/ 280879 w 327026"/>
                  <a:gd name="connsiteY12" fmla="*/ 150092 h 337100"/>
                  <a:gd name="connsiteX13" fmla="*/ 301899 w 327026"/>
                  <a:gd name="connsiteY13" fmla="*/ 182563 h 337100"/>
                  <a:gd name="connsiteX14" fmla="*/ 303213 w 327026"/>
                  <a:gd name="connsiteY14" fmla="*/ 161781 h 337100"/>
                  <a:gd name="connsiteX15" fmla="*/ 287448 w 327026"/>
                  <a:gd name="connsiteY15" fmla="*/ 96838 h 337100"/>
                  <a:gd name="connsiteX16" fmla="*/ 160474 w 327026"/>
                  <a:gd name="connsiteY16" fmla="*/ 0 h 337100"/>
                  <a:gd name="connsiteX17" fmla="*/ 322263 w 327026"/>
                  <a:gd name="connsiteY17" fmla="*/ 161925 h 337100"/>
                  <a:gd name="connsiteX18" fmla="*/ 314371 w 327026"/>
                  <a:gd name="connsiteY18" fmla="*/ 211951 h 337100"/>
                  <a:gd name="connsiteX19" fmla="*/ 242026 w 327026"/>
                  <a:gd name="connsiteY19" fmla="*/ 165875 h 337100"/>
                  <a:gd name="connsiteX20" fmla="*/ 259126 w 327026"/>
                  <a:gd name="connsiteY20" fmla="*/ 139545 h 337100"/>
                  <a:gd name="connsiteX21" fmla="*/ 244657 w 327026"/>
                  <a:gd name="connsiteY21" fmla="*/ 94785 h 337100"/>
                  <a:gd name="connsiteX22" fmla="*/ 203881 w 327026"/>
                  <a:gd name="connsiteY22" fmla="*/ 63190 h 337100"/>
                  <a:gd name="connsiteX23" fmla="*/ 186781 w 327026"/>
                  <a:gd name="connsiteY23" fmla="*/ 22380 h 337100"/>
                  <a:gd name="connsiteX24" fmla="*/ 160474 w 327026"/>
                  <a:gd name="connsiteY24" fmla="*/ 19747 h 337100"/>
                  <a:gd name="connsiteX25" fmla="*/ 74975 w 327026"/>
                  <a:gd name="connsiteY25" fmla="*/ 48709 h 337100"/>
                  <a:gd name="connsiteX26" fmla="*/ 86814 w 327026"/>
                  <a:gd name="connsiteY26" fmla="*/ 86886 h 337100"/>
                  <a:gd name="connsiteX27" fmla="*/ 53930 w 327026"/>
                  <a:gd name="connsiteY27" fmla="*/ 111899 h 337100"/>
                  <a:gd name="connsiteX28" fmla="*/ 53930 w 327026"/>
                  <a:gd name="connsiteY28" fmla="*/ 140862 h 337100"/>
                  <a:gd name="connsiteX29" fmla="*/ 59191 w 327026"/>
                  <a:gd name="connsiteY29" fmla="*/ 157976 h 337100"/>
                  <a:gd name="connsiteX30" fmla="*/ 21046 w 327026"/>
                  <a:gd name="connsiteY30" fmla="*/ 181672 h 337100"/>
                  <a:gd name="connsiteX31" fmla="*/ 35515 w 327026"/>
                  <a:gd name="connsiteY31" fmla="*/ 227748 h 337100"/>
                  <a:gd name="connsiteX32" fmla="*/ 59191 w 327026"/>
                  <a:gd name="connsiteY32" fmla="*/ 190887 h 337100"/>
                  <a:gd name="connsiteX33" fmla="*/ 89444 w 327026"/>
                  <a:gd name="connsiteY33" fmla="*/ 198786 h 337100"/>
                  <a:gd name="connsiteX34" fmla="*/ 122328 w 327026"/>
                  <a:gd name="connsiteY34" fmla="*/ 215900 h 337100"/>
                  <a:gd name="connsiteX35" fmla="*/ 96021 w 327026"/>
                  <a:gd name="connsiteY35" fmla="*/ 248812 h 337100"/>
                  <a:gd name="connsiteX36" fmla="*/ 86814 w 327026"/>
                  <a:gd name="connsiteY36" fmla="*/ 283040 h 337100"/>
                  <a:gd name="connsiteX37" fmla="*/ 160474 w 327026"/>
                  <a:gd name="connsiteY37" fmla="*/ 304103 h 337100"/>
                  <a:gd name="connsiteX38" fmla="*/ 167051 w 327026"/>
                  <a:gd name="connsiteY38" fmla="*/ 302787 h 337100"/>
                  <a:gd name="connsiteX39" fmla="*/ 170997 w 327026"/>
                  <a:gd name="connsiteY39" fmla="*/ 322534 h 337100"/>
                  <a:gd name="connsiteX40" fmla="*/ 160474 w 327026"/>
                  <a:gd name="connsiteY40" fmla="*/ 323850 h 337100"/>
                  <a:gd name="connsiteX41" fmla="*/ 0 w 327026"/>
                  <a:gd name="connsiteY41" fmla="*/ 161925 h 337100"/>
                  <a:gd name="connsiteX42" fmla="*/ 160474 w 327026"/>
                  <a:gd name="connsiteY42" fmla="*/ 0 h 337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</a:cxnLst>
                <a:rect l="l" t="t" r="r" b="b"/>
                <a:pathLst>
                  <a:path w="327026" h="337100">
                    <a:moveTo>
                      <a:pt x="157951" y="134938"/>
                    </a:moveTo>
                    <a:cubicBezTo>
                      <a:pt x="157951" y="134938"/>
                      <a:pt x="157951" y="134938"/>
                      <a:pt x="327026" y="239958"/>
                    </a:cubicBezTo>
                    <a:cubicBezTo>
                      <a:pt x="327026" y="239958"/>
                      <a:pt x="327026" y="239958"/>
                      <a:pt x="259660" y="254398"/>
                    </a:cubicBezTo>
                    <a:lnTo>
                      <a:pt x="295325" y="305595"/>
                    </a:lnTo>
                    <a:cubicBezTo>
                      <a:pt x="301929" y="316097"/>
                      <a:pt x="300608" y="327911"/>
                      <a:pt x="292683" y="334475"/>
                    </a:cubicBezTo>
                    <a:cubicBezTo>
                      <a:pt x="283436" y="339726"/>
                      <a:pt x="271548" y="337101"/>
                      <a:pt x="263623" y="326599"/>
                    </a:cubicBezTo>
                    <a:cubicBezTo>
                      <a:pt x="263623" y="326599"/>
                      <a:pt x="263623" y="326599"/>
                      <a:pt x="227959" y="275402"/>
                    </a:cubicBezTo>
                    <a:cubicBezTo>
                      <a:pt x="227959" y="275402"/>
                      <a:pt x="227959" y="275402"/>
                      <a:pt x="192294" y="333162"/>
                    </a:cubicBezTo>
                    <a:cubicBezTo>
                      <a:pt x="192294" y="333162"/>
                      <a:pt x="192294" y="333162"/>
                      <a:pt x="153988" y="137564"/>
                    </a:cubicBezTo>
                    <a:cubicBezTo>
                      <a:pt x="153988" y="137564"/>
                      <a:pt x="153988" y="137564"/>
                      <a:pt x="157951" y="134938"/>
                    </a:cubicBezTo>
                    <a:close/>
                    <a:moveTo>
                      <a:pt x="287448" y="96838"/>
                    </a:moveTo>
                    <a:cubicBezTo>
                      <a:pt x="280879" y="99436"/>
                      <a:pt x="272996" y="103332"/>
                      <a:pt x="270368" y="108528"/>
                    </a:cubicBezTo>
                    <a:cubicBezTo>
                      <a:pt x="265113" y="117620"/>
                      <a:pt x="271682" y="143597"/>
                      <a:pt x="280879" y="150092"/>
                    </a:cubicBezTo>
                    <a:cubicBezTo>
                      <a:pt x="292703" y="159184"/>
                      <a:pt x="299272" y="170873"/>
                      <a:pt x="301899" y="182563"/>
                    </a:cubicBezTo>
                    <a:cubicBezTo>
                      <a:pt x="303213" y="176069"/>
                      <a:pt x="303213" y="168276"/>
                      <a:pt x="303213" y="161781"/>
                    </a:cubicBezTo>
                    <a:cubicBezTo>
                      <a:pt x="303213" y="138402"/>
                      <a:pt x="297958" y="116321"/>
                      <a:pt x="287448" y="96838"/>
                    </a:cubicBezTo>
                    <a:close/>
                    <a:moveTo>
                      <a:pt x="160474" y="0"/>
                    </a:moveTo>
                    <a:cubicBezTo>
                      <a:pt x="249918" y="0"/>
                      <a:pt x="322263" y="72405"/>
                      <a:pt x="322263" y="161925"/>
                    </a:cubicBezTo>
                    <a:cubicBezTo>
                      <a:pt x="322263" y="179039"/>
                      <a:pt x="319632" y="196153"/>
                      <a:pt x="314371" y="211951"/>
                    </a:cubicBezTo>
                    <a:cubicBezTo>
                      <a:pt x="314371" y="211951"/>
                      <a:pt x="314371" y="211951"/>
                      <a:pt x="242026" y="165875"/>
                    </a:cubicBezTo>
                    <a:cubicBezTo>
                      <a:pt x="247288" y="157976"/>
                      <a:pt x="257811" y="147444"/>
                      <a:pt x="259126" y="139545"/>
                    </a:cubicBezTo>
                    <a:cubicBezTo>
                      <a:pt x="260441" y="127697"/>
                      <a:pt x="251234" y="97418"/>
                      <a:pt x="244657" y="94785"/>
                    </a:cubicBezTo>
                    <a:cubicBezTo>
                      <a:pt x="238080" y="90836"/>
                      <a:pt x="218350" y="71089"/>
                      <a:pt x="203881" y="63190"/>
                    </a:cubicBezTo>
                    <a:cubicBezTo>
                      <a:pt x="193358" y="57924"/>
                      <a:pt x="188096" y="36861"/>
                      <a:pt x="186781" y="22380"/>
                    </a:cubicBezTo>
                    <a:cubicBezTo>
                      <a:pt x="177574" y="21063"/>
                      <a:pt x="169681" y="19747"/>
                      <a:pt x="160474" y="19747"/>
                    </a:cubicBezTo>
                    <a:cubicBezTo>
                      <a:pt x="128905" y="19747"/>
                      <a:pt x="98652" y="30279"/>
                      <a:pt x="74975" y="48709"/>
                    </a:cubicBezTo>
                    <a:cubicBezTo>
                      <a:pt x="81552" y="59241"/>
                      <a:pt x="93390" y="78988"/>
                      <a:pt x="86814" y="86886"/>
                    </a:cubicBezTo>
                    <a:cubicBezTo>
                      <a:pt x="78921" y="100051"/>
                      <a:pt x="53930" y="100051"/>
                      <a:pt x="53930" y="111899"/>
                    </a:cubicBezTo>
                    <a:cubicBezTo>
                      <a:pt x="53930" y="123747"/>
                      <a:pt x="52614" y="135596"/>
                      <a:pt x="53930" y="140862"/>
                    </a:cubicBezTo>
                    <a:cubicBezTo>
                      <a:pt x="55245" y="146128"/>
                      <a:pt x="69714" y="150077"/>
                      <a:pt x="59191" y="157976"/>
                    </a:cubicBezTo>
                    <a:cubicBezTo>
                      <a:pt x="52614" y="164558"/>
                      <a:pt x="32884" y="175090"/>
                      <a:pt x="21046" y="181672"/>
                    </a:cubicBezTo>
                    <a:cubicBezTo>
                      <a:pt x="22361" y="197470"/>
                      <a:pt x="27622" y="213267"/>
                      <a:pt x="35515" y="227748"/>
                    </a:cubicBezTo>
                    <a:cubicBezTo>
                      <a:pt x="38145" y="219850"/>
                      <a:pt x="49984" y="192204"/>
                      <a:pt x="59191" y="190887"/>
                    </a:cubicBezTo>
                    <a:cubicBezTo>
                      <a:pt x="69714" y="188254"/>
                      <a:pt x="78921" y="185621"/>
                      <a:pt x="89444" y="198786"/>
                    </a:cubicBezTo>
                    <a:cubicBezTo>
                      <a:pt x="99967" y="211951"/>
                      <a:pt x="114436" y="215900"/>
                      <a:pt x="122328" y="215900"/>
                    </a:cubicBezTo>
                    <a:cubicBezTo>
                      <a:pt x="130220" y="215900"/>
                      <a:pt x="121013" y="243546"/>
                      <a:pt x="96021" y="248812"/>
                    </a:cubicBezTo>
                    <a:cubicBezTo>
                      <a:pt x="72345" y="252761"/>
                      <a:pt x="106544" y="283040"/>
                      <a:pt x="86814" y="283040"/>
                    </a:cubicBezTo>
                    <a:cubicBezTo>
                      <a:pt x="109175" y="296204"/>
                      <a:pt x="134167" y="304103"/>
                      <a:pt x="160474" y="304103"/>
                    </a:cubicBezTo>
                    <a:cubicBezTo>
                      <a:pt x="163105" y="304103"/>
                      <a:pt x="165735" y="302787"/>
                      <a:pt x="167051" y="302787"/>
                    </a:cubicBezTo>
                    <a:cubicBezTo>
                      <a:pt x="167051" y="302787"/>
                      <a:pt x="167051" y="302787"/>
                      <a:pt x="170997" y="322534"/>
                    </a:cubicBezTo>
                    <a:cubicBezTo>
                      <a:pt x="168366" y="322534"/>
                      <a:pt x="164420" y="323850"/>
                      <a:pt x="160474" y="323850"/>
                    </a:cubicBezTo>
                    <a:cubicBezTo>
                      <a:pt x="72345" y="323850"/>
                      <a:pt x="0" y="251445"/>
                      <a:pt x="0" y="161925"/>
                    </a:cubicBezTo>
                    <a:cubicBezTo>
                      <a:pt x="0" y="72405"/>
                      <a:pt x="72345" y="0"/>
                      <a:pt x="16047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cs typeface="+mn-ea"/>
                  <a:sym typeface="Calibri" panose="020F0502020204030204" pitchFamily="34" charset="0"/>
                </a:endParaRPr>
              </a:p>
            </p:txBody>
          </p:sp>
          <p:sp>
            <p:nvSpPr>
              <p:cNvPr id="5" name="椭圆 44"/>
              <p:cNvSpPr/>
              <p:nvPr/>
            </p:nvSpPr>
            <p:spPr>
              <a:xfrm>
                <a:off x="6844808" y="3331885"/>
                <a:ext cx="474840" cy="383960"/>
              </a:xfrm>
              <a:custGeom>
                <a:avLst/>
                <a:gdLst>
                  <a:gd name="connsiteX0" fmla="*/ 0 w 331788"/>
                  <a:gd name="connsiteY0" fmla="*/ 255587 h 268287"/>
                  <a:gd name="connsiteX1" fmla="*/ 331788 w 331788"/>
                  <a:gd name="connsiteY1" fmla="*/ 255587 h 268287"/>
                  <a:gd name="connsiteX2" fmla="*/ 331788 w 331788"/>
                  <a:gd name="connsiteY2" fmla="*/ 268287 h 268287"/>
                  <a:gd name="connsiteX3" fmla="*/ 0 w 331788"/>
                  <a:gd name="connsiteY3" fmla="*/ 268287 h 268287"/>
                  <a:gd name="connsiteX4" fmla="*/ 76201 w 331788"/>
                  <a:gd name="connsiteY4" fmla="*/ 207962 h 268287"/>
                  <a:gd name="connsiteX5" fmla="*/ 82551 w 331788"/>
                  <a:gd name="connsiteY5" fmla="*/ 207962 h 268287"/>
                  <a:gd name="connsiteX6" fmla="*/ 82551 w 331788"/>
                  <a:gd name="connsiteY6" fmla="*/ 247650 h 268287"/>
                  <a:gd name="connsiteX7" fmla="*/ 55563 w 331788"/>
                  <a:gd name="connsiteY7" fmla="*/ 247650 h 268287"/>
                  <a:gd name="connsiteX8" fmla="*/ 55563 w 331788"/>
                  <a:gd name="connsiteY8" fmla="*/ 227012 h 268287"/>
                  <a:gd name="connsiteX9" fmla="*/ 115888 w 331788"/>
                  <a:gd name="connsiteY9" fmla="*/ 168275 h 268287"/>
                  <a:gd name="connsiteX10" fmla="*/ 127168 w 331788"/>
                  <a:gd name="connsiteY10" fmla="*/ 168275 h 268287"/>
                  <a:gd name="connsiteX11" fmla="*/ 139701 w 331788"/>
                  <a:gd name="connsiteY11" fmla="*/ 170835 h 268287"/>
                  <a:gd name="connsiteX12" fmla="*/ 139701 w 331788"/>
                  <a:gd name="connsiteY12" fmla="*/ 247650 h 268287"/>
                  <a:gd name="connsiteX13" fmla="*/ 115888 w 331788"/>
                  <a:gd name="connsiteY13" fmla="*/ 247650 h 268287"/>
                  <a:gd name="connsiteX14" fmla="*/ 198438 w 331788"/>
                  <a:gd name="connsiteY14" fmla="*/ 155575 h 268287"/>
                  <a:gd name="connsiteX15" fmla="*/ 198438 w 331788"/>
                  <a:gd name="connsiteY15" fmla="*/ 247650 h 268287"/>
                  <a:gd name="connsiteX16" fmla="*/ 173038 w 331788"/>
                  <a:gd name="connsiteY16" fmla="*/ 247650 h 268287"/>
                  <a:gd name="connsiteX17" fmla="*/ 173038 w 331788"/>
                  <a:gd name="connsiteY17" fmla="*/ 168363 h 268287"/>
                  <a:gd name="connsiteX18" fmla="*/ 198438 w 331788"/>
                  <a:gd name="connsiteY18" fmla="*/ 155575 h 268287"/>
                  <a:gd name="connsiteX19" fmla="*/ 149226 w 331788"/>
                  <a:gd name="connsiteY19" fmla="*/ 41376 h 268287"/>
                  <a:gd name="connsiteX20" fmla="*/ 114947 w 331788"/>
                  <a:gd name="connsiteY20" fmla="*/ 55968 h 268287"/>
                  <a:gd name="connsiteX21" fmla="*/ 114947 w 331788"/>
                  <a:gd name="connsiteY21" fmla="*/ 123418 h 268287"/>
                  <a:gd name="connsiteX22" fmla="*/ 183504 w 331788"/>
                  <a:gd name="connsiteY22" fmla="*/ 123418 h 268287"/>
                  <a:gd name="connsiteX23" fmla="*/ 183504 w 331788"/>
                  <a:gd name="connsiteY23" fmla="*/ 55968 h 268287"/>
                  <a:gd name="connsiteX24" fmla="*/ 149226 w 331788"/>
                  <a:gd name="connsiteY24" fmla="*/ 41376 h 268287"/>
                  <a:gd name="connsiteX25" fmla="*/ 228600 w 331788"/>
                  <a:gd name="connsiteY25" fmla="*/ 39687 h 268287"/>
                  <a:gd name="connsiteX26" fmla="*/ 254000 w 331788"/>
                  <a:gd name="connsiteY26" fmla="*/ 39687 h 268287"/>
                  <a:gd name="connsiteX27" fmla="*/ 254000 w 331788"/>
                  <a:gd name="connsiteY27" fmla="*/ 247650 h 268287"/>
                  <a:gd name="connsiteX28" fmla="*/ 228600 w 331788"/>
                  <a:gd name="connsiteY28" fmla="*/ 247650 h 268287"/>
                  <a:gd name="connsiteX29" fmla="*/ 228600 w 331788"/>
                  <a:gd name="connsiteY29" fmla="*/ 110730 h 268287"/>
                  <a:gd name="connsiteX30" fmla="*/ 231140 w 331788"/>
                  <a:gd name="connsiteY30" fmla="*/ 90063 h 268287"/>
                  <a:gd name="connsiteX31" fmla="*/ 228600 w 331788"/>
                  <a:gd name="connsiteY31" fmla="*/ 69396 h 268287"/>
                  <a:gd name="connsiteX32" fmla="*/ 228600 w 331788"/>
                  <a:gd name="connsiteY32" fmla="*/ 39687 h 268287"/>
                  <a:gd name="connsiteX33" fmla="*/ 149707 w 331788"/>
                  <a:gd name="connsiteY33" fmla="*/ 22312 h 268287"/>
                  <a:gd name="connsiteX34" fmla="*/ 196764 w 331788"/>
                  <a:gd name="connsiteY34" fmla="*/ 41623 h 268287"/>
                  <a:gd name="connsiteX35" fmla="*/ 196764 w 331788"/>
                  <a:gd name="connsiteY35" fmla="*/ 136893 h 268287"/>
                  <a:gd name="connsiteX36" fmla="*/ 109096 w 331788"/>
                  <a:gd name="connsiteY36" fmla="*/ 143330 h 268287"/>
                  <a:gd name="connsiteX37" fmla="*/ 97492 w 331788"/>
                  <a:gd name="connsiteY37" fmla="*/ 154917 h 268287"/>
                  <a:gd name="connsiteX38" fmla="*/ 93625 w 331788"/>
                  <a:gd name="connsiteY38" fmla="*/ 170366 h 268287"/>
                  <a:gd name="connsiteX39" fmla="*/ 43344 w 331788"/>
                  <a:gd name="connsiteY39" fmla="*/ 220576 h 268287"/>
                  <a:gd name="connsiteX40" fmla="*/ 18848 w 331788"/>
                  <a:gd name="connsiteY40" fmla="*/ 220576 h 268287"/>
                  <a:gd name="connsiteX41" fmla="*/ 18848 w 331788"/>
                  <a:gd name="connsiteY41" fmla="*/ 196115 h 268287"/>
                  <a:gd name="connsiteX42" fmla="*/ 67840 w 331788"/>
                  <a:gd name="connsiteY42" fmla="*/ 145905 h 268287"/>
                  <a:gd name="connsiteX43" fmla="*/ 84600 w 331788"/>
                  <a:gd name="connsiteY43" fmla="*/ 140755 h 268287"/>
                  <a:gd name="connsiteX44" fmla="*/ 96203 w 331788"/>
                  <a:gd name="connsiteY44" fmla="*/ 129168 h 268287"/>
                  <a:gd name="connsiteX45" fmla="*/ 102649 w 331788"/>
                  <a:gd name="connsiteY45" fmla="*/ 41623 h 268287"/>
                  <a:gd name="connsiteX46" fmla="*/ 149707 w 331788"/>
                  <a:gd name="connsiteY46" fmla="*/ 22312 h 268287"/>
                  <a:gd name="connsiteX47" fmla="*/ 280988 w 331788"/>
                  <a:gd name="connsiteY47" fmla="*/ 0 h 268287"/>
                  <a:gd name="connsiteX48" fmla="*/ 306388 w 331788"/>
                  <a:gd name="connsiteY48" fmla="*/ 0 h 268287"/>
                  <a:gd name="connsiteX49" fmla="*/ 306388 w 331788"/>
                  <a:gd name="connsiteY49" fmla="*/ 247650 h 268287"/>
                  <a:gd name="connsiteX50" fmla="*/ 280988 w 331788"/>
                  <a:gd name="connsiteY50" fmla="*/ 247650 h 268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</a:cxnLst>
                <a:rect l="l" t="t" r="r" b="b"/>
                <a:pathLst>
                  <a:path w="331788" h="268287">
                    <a:moveTo>
                      <a:pt x="0" y="255587"/>
                    </a:moveTo>
                    <a:lnTo>
                      <a:pt x="331788" y="255587"/>
                    </a:lnTo>
                    <a:lnTo>
                      <a:pt x="331788" y="268287"/>
                    </a:lnTo>
                    <a:lnTo>
                      <a:pt x="0" y="268287"/>
                    </a:lnTo>
                    <a:close/>
                    <a:moveTo>
                      <a:pt x="76201" y="207962"/>
                    </a:moveTo>
                    <a:lnTo>
                      <a:pt x="82551" y="207962"/>
                    </a:lnTo>
                    <a:lnTo>
                      <a:pt x="82551" y="247650"/>
                    </a:lnTo>
                    <a:lnTo>
                      <a:pt x="55563" y="247650"/>
                    </a:lnTo>
                    <a:lnTo>
                      <a:pt x="55563" y="227012"/>
                    </a:lnTo>
                    <a:close/>
                    <a:moveTo>
                      <a:pt x="115888" y="168275"/>
                    </a:moveTo>
                    <a:cubicBezTo>
                      <a:pt x="115888" y="168275"/>
                      <a:pt x="115888" y="168275"/>
                      <a:pt x="127168" y="168275"/>
                    </a:cubicBezTo>
                    <a:cubicBezTo>
                      <a:pt x="130928" y="169555"/>
                      <a:pt x="135941" y="170835"/>
                      <a:pt x="139701" y="170835"/>
                    </a:cubicBezTo>
                    <a:cubicBezTo>
                      <a:pt x="139701" y="170835"/>
                      <a:pt x="139701" y="170835"/>
                      <a:pt x="139701" y="247650"/>
                    </a:cubicBezTo>
                    <a:cubicBezTo>
                      <a:pt x="139701" y="247650"/>
                      <a:pt x="139701" y="247650"/>
                      <a:pt x="115888" y="247650"/>
                    </a:cubicBezTo>
                    <a:close/>
                    <a:moveTo>
                      <a:pt x="198438" y="155575"/>
                    </a:moveTo>
                    <a:cubicBezTo>
                      <a:pt x="198438" y="155575"/>
                      <a:pt x="198438" y="155575"/>
                      <a:pt x="198438" y="247650"/>
                    </a:cubicBezTo>
                    <a:cubicBezTo>
                      <a:pt x="198438" y="247650"/>
                      <a:pt x="198438" y="247650"/>
                      <a:pt x="173038" y="247650"/>
                    </a:cubicBezTo>
                    <a:lnTo>
                      <a:pt x="173038" y="168363"/>
                    </a:lnTo>
                    <a:cubicBezTo>
                      <a:pt x="181928" y="165805"/>
                      <a:pt x="190818" y="161969"/>
                      <a:pt x="198438" y="155575"/>
                    </a:cubicBezTo>
                    <a:close/>
                    <a:moveTo>
                      <a:pt x="149226" y="41376"/>
                    </a:moveTo>
                    <a:cubicBezTo>
                      <a:pt x="136937" y="41376"/>
                      <a:pt x="124649" y="46240"/>
                      <a:pt x="114947" y="55968"/>
                    </a:cubicBezTo>
                    <a:cubicBezTo>
                      <a:pt x="96838" y="74128"/>
                      <a:pt x="96838" y="105259"/>
                      <a:pt x="114947" y="123418"/>
                    </a:cubicBezTo>
                    <a:cubicBezTo>
                      <a:pt x="134350" y="142875"/>
                      <a:pt x="164101" y="142875"/>
                      <a:pt x="183504" y="123418"/>
                    </a:cubicBezTo>
                    <a:cubicBezTo>
                      <a:pt x="201613" y="105259"/>
                      <a:pt x="201613" y="74128"/>
                      <a:pt x="183504" y="55968"/>
                    </a:cubicBezTo>
                    <a:cubicBezTo>
                      <a:pt x="173803" y="46240"/>
                      <a:pt x="161514" y="41376"/>
                      <a:pt x="149226" y="41376"/>
                    </a:cubicBezTo>
                    <a:close/>
                    <a:moveTo>
                      <a:pt x="228600" y="39687"/>
                    </a:moveTo>
                    <a:cubicBezTo>
                      <a:pt x="228600" y="39687"/>
                      <a:pt x="228600" y="39687"/>
                      <a:pt x="254000" y="39687"/>
                    </a:cubicBezTo>
                    <a:lnTo>
                      <a:pt x="254000" y="247650"/>
                    </a:lnTo>
                    <a:cubicBezTo>
                      <a:pt x="254000" y="247650"/>
                      <a:pt x="254000" y="247650"/>
                      <a:pt x="228600" y="247650"/>
                    </a:cubicBezTo>
                    <a:cubicBezTo>
                      <a:pt x="228600" y="247650"/>
                      <a:pt x="228600" y="247650"/>
                      <a:pt x="228600" y="110730"/>
                    </a:cubicBezTo>
                    <a:cubicBezTo>
                      <a:pt x="231140" y="104272"/>
                      <a:pt x="231140" y="96521"/>
                      <a:pt x="231140" y="90063"/>
                    </a:cubicBezTo>
                    <a:cubicBezTo>
                      <a:pt x="231140" y="83604"/>
                      <a:pt x="231140" y="75854"/>
                      <a:pt x="228600" y="69396"/>
                    </a:cubicBezTo>
                    <a:cubicBezTo>
                      <a:pt x="228600" y="69396"/>
                      <a:pt x="228600" y="69396"/>
                      <a:pt x="228600" y="39687"/>
                    </a:cubicBezTo>
                    <a:close/>
                    <a:moveTo>
                      <a:pt x="149707" y="22312"/>
                    </a:moveTo>
                    <a:cubicBezTo>
                      <a:pt x="166789" y="22312"/>
                      <a:pt x="183872" y="28749"/>
                      <a:pt x="196764" y="41623"/>
                    </a:cubicBezTo>
                    <a:cubicBezTo>
                      <a:pt x="223838" y="68659"/>
                      <a:pt x="223838" y="111144"/>
                      <a:pt x="196764" y="136893"/>
                    </a:cubicBezTo>
                    <a:cubicBezTo>
                      <a:pt x="173558" y="161354"/>
                      <a:pt x="136170" y="162641"/>
                      <a:pt x="109096" y="143330"/>
                    </a:cubicBezTo>
                    <a:cubicBezTo>
                      <a:pt x="109096" y="143330"/>
                      <a:pt x="109096" y="143330"/>
                      <a:pt x="97492" y="154917"/>
                    </a:cubicBezTo>
                    <a:cubicBezTo>
                      <a:pt x="98782" y="160067"/>
                      <a:pt x="97492" y="166504"/>
                      <a:pt x="93625" y="170366"/>
                    </a:cubicBezTo>
                    <a:cubicBezTo>
                      <a:pt x="93625" y="170366"/>
                      <a:pt x="93625" y="170366"/>
                      <a:pt x="43344" y="220576"/>
                    </a:cubicBezTo>
                    <a:cubicBezTo>
                      <a:pt x="35608" y="227013"/>
                      <a:pt x="25295" y="227013"/>
                      <a:pt x="18848" y="220576"/>
                    </a:cubicBezTo>
                    <a:cubicBezTo>
                      <a:pt x="11113" y="214139"/>
                      <a:pt x="11113" y="202552"/>
                      <a:pt x="18848" y="196115"/>
                    </a:cubicBezTo>
                    <a:cubicBezTo>
                      <a:pt x="18848" y="196115"/>
                      <a:pt x="18848" y="196115"/>
                      <a:pt x="67840" y="145905"/>
                    </a:cubicBezTo>
                    <a:cubicBezTo>
                      <a:pt x="72997" y="142043"/>
                      <a:pt x="78154" y="140755"/>
                      <a:pt x="84600" y="140755"/>
                    </a:cubicBezTo>
                    <a:cubicBezTo>
                      <a:pt x="84600" y="140755"/>
                      <a:pt x="84600" y="140755"/>
                      <a:pt x="96203" y="129168"/>
                    </a:cubicBezTo>
                    <a:cubicBezTo>
                      <a:pt x="75575" y="103420"/>
                      <a:pt x="78154" y="66084"/>
                      <a:pt x="102649" y="41623"/>
                    </a:cubicBezTo>
                    <a:cubicBezTo>
                      <a:pt x="115542" y="28749"/>
                      <a:pt x="132624" y="22312"/>
                      <a:pt x="149707" y="22312"/>
                    </a:cubicBezTo>
                    <a:close/>
                    <a:moveTo>
                      <a:pt x="280988" y="0"/>
                    </a:moveTo>
                    <a:lnTo>
                      <a:pt x="306388" y="0"/>
                    </a:lnTo>
                    <a:lnTo>
                      <a:pt x="306388" y="247650"/>
                    </a:lnTo>
                    <a:lnTo>
                      <a:pt x="280988" y="24765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cs typeface="+mn-ea"/>
                  <a:sym typeface="Calibri" panose="020F0502020204030204" pitchFamily="34" charset="0"/>
                </a:endParaRPr>
              </a:p>
            </p:txBody>
          </p:sp>
          <p:sp>
            <p:nvSpPr>
              <p:cNvPr id="6" name="椭圆 45"/>
              <p:cNvSpPr/>
              <p:nvPr/>
            </p:nvSpPr>
            <p:spPr>
              <a:xfrm>
                <a:off x="4809009" y="3318351"/>
                <a:ext cx="458915" cy="474840"/>
              </a:xfrm>
              <a:custGeom>
                <a:avLst/>
                <a:gdLst>
                  <a:gd name="connsiteX0" fmla="*/ 94055 w 317452"/>
                  <a:gd name="connsiteY0" fmla="*/ 135965 h 328468"/>
                  <a:gd name="connsiteX1" fmla="*/ 94407 w 317452"/>
                  <a:gd name="connsiteY1" fmla="*/ 136055 h 328468"/>
                  <a:gd name="connsiteX2" fmla="*/ 104825 w 317452"/>
                  <a:gd name="connsiteY2" fmla="*/ 158537 h 328468"/>
                  <a:gd name="connsiteX3" fmla="*/ 106109 w 317452"/>
                  <a:gd name="connsiteY3" fmla="*/ 161308 h 328468"/>
                  <a:gd name="connsiteX4" fmla="*/ 98162 w 317452"/>
                  <a:gd name="connsiteY4" fmla="*/ 160053 h 328468"/>
                  <a:gd name="connsiteX5" fmla="*/ 96849 w 317452"/>
                  <a:gd name="connsiteY5" fmla="*/ 160053 h 328468"/>
                  <a:gd name="connsiteX6" fmla="*/ 92911 w 317452"/>
                  <a:gd name="connsiteY6" fmla="*/ 137630 h 328468"/>
                  <a:gd name="connsiteX7" fmla="*/ 93506 w 317452"/>
                  <a:gd name="connsiteY7" fmla="*/ 136765 h 328468"/>
                  <a:gd name="connsiteX8" fmla="*/ 39496 w 317452"/>
                  <a:gd name="connsiteY8" fmla="*/ 115887 h 328468"/>
                  <a:gd name="connsiteX9" fmla="*/ 51437 w 317452"/>
                  <a:gd name="connsiteY9" fmla="*/ 165488 h 328468"/>
                  <a:gd name="connsiteX10" fmla="*/ 48784 w 317452"/>
                  <a:gd name="connsiteY10" fmla="*/ 166793 h 328468"/>
                  <a:gd name="connsiteX11" fmla="*/ 47457 w 317452"/>
                  <a:gd name="connsiteY11" fmla="*/ 170709 h 328468"/>
                  <a:gd name="connsiteX12" fmla="*/ 48784 w 317452"/>
                  <a:gd name="connsiteY12" fmla="*/ 173319 h 328468"/>
                  <a:gd name="connsiteX13" fmla="*/ 52764 w 317452"/>
                  <a:gd name="connsiteY13" fmla="*/ 175930 h 328468"/>
                  <a:gd name="connsiteX14" fmla="*/ 55418 w 317452"/>
                  <a:gd name="connsiteY14" fmla="*/ 174625 h 328468"/>
                  <a:gd name="connsiteX15" fmla="*/ 87263 w 317452"/>
                  <a:gd name="connsiteY15" fmla="*/ 216393 h 328468"/>
                  <a:gd name="connsiteX16" fmla="*/ 55418 w 317452"/>
                  <a:gd name="connsiteY16" fmla="*/ 230752 h 328468"/>
                  <a:gd name="connsiteX17" fmla="*/ 38169 w 317452"/>
                  <a:gd name="connsiteY17" fmla="*/ 224225 h 328468"/>
                  <a:gd name="connsiteX18" fmla="*/ 1017 w 317452"/>
                  <a:gd name="connsiteY18" fmla="*/ 147214 h 328468"/>
                  <a:gd name="connsiteX19" fmla="*/ 7651 w 317452"/>
                  <a:gd name="connsiteY19" fmla="*/ 128940 h 328468"/>
                  <a:gd name="connsiteX20" fmla="*/ 39496 w 317452"/>
                  <a:gd name="connsiteY20" fmla="*/ 115887 h 328468"/>
                  <a:gd name="connsiteX21" fmla="*/ 63900 w 317452"/>
                  <a:gd name="connsiteY21" fmla="*/ 106627 h 328468"/>
                  <a:gd name="connsiteX22" fmla="*/ 71807 w 317452"/>
                  <a:gd name="connsiteY22" fmla="*/ 114982 h 328468"/>
                  <a:gd name="connsiteX23" fmla="*/ 81033 w 317452"/>
                  <a:gd name="connsiteY23" fmla="*/ 133331 h 328468"/>
                  <a:gd name="connsiteX24" fmla="*/ 87623 w 317452"/>
                  <a:gd name="connsiteY24" fmla="*/ 130710 h 328468"/>
                  <a:gd name="connsiteX25" fmla="*/ 95803 w 317452"/>
                  <a:gd name="connsiteY25" fmla="*/ 133422 h 328468"/>
                  <a:gd name="connsiteX26" fmla="*/ 94055 w 317452"/>
                  <a:gd name="connsiteY26" fmla="*/ 135965 h 328468"/>
                  <a:gd name="connsiteX27" fmla="*/ 89115 w 317452"/>
                  <a:gd name="connsiteY27" fmla="*/ 134702 h 328468"/>
                  <a:gd name="connsiteX28" fmla="*/ 83823 w 317452"/>
                  <a:gd name="connsiteY28" fmla="*/ 137407 h 328468"/>
                  <a:gd name="connsiteX29" fmla="*/ 82500 w 317452"/>
                  <a:gd name="connsiteY29" fmla="*/ 137407 h 328468"/>
                  <a:gd name="connsiteX30" fmla="*/ 97053 w 317452"/>
                  <a:gd name="connsiteY30" fmla="*/ 169863 h 328468"/>
                  <a:gd name="connsiteX31" fmla="*/ 98375 w 317452"/>
                  <a:gd name="connsiteY31" fmla="*/ 169863 h 328468"/>
                  <a:gd name="connsiteX32" fmla="*/ 103667 w 317452"/>
                  <a:gd name="connsiteY32" fmla="*/ 167158 h 328468"/>
                  <a:gd name="connsiteX33" fmla="*/ 106313 w 317452"/>
                  <a:gd name="connsiteY33" fmla="*/ 161749 h 328468"/>
                  <a:gd name="connsiteX34" fmla="*/ 106109 w 317452"/>
                  <a:gd name="connsiteY34" fmla="*/ 161308 h 328468"/>
                  <a:gd name="connsiteX35" fmla="*/ 109648 w 317452"/>
                  <a:gd name="connsiteY35" fmla="*/ 161866 h 328468"/>
                  <a:gd name="connsiteX36" fmla="*/ 110272 w 317452"/>
                  <a:gd name="connsiteY36" fmla="*/ 161402 h 328468"/>
                  <a:gd name="connsiteX37" fmla="*/ 110522 w 317452"/>
                  <a:gd name="connsiteY37" fmla="*/ 164622 h 328468"/>
                  <a:gd name="connsiteX38" fmla="*/ 106074 w 317452"/>
                  <a:gd name="connsiteY38" fmla="*/ 170028 h 328468"/>
                  <a:gd name="connsiteX39" fmla="*/ 99484 w 317452"/>
                  <a:gd name="connsiteY39" fmla="*/ 172650 h 328468"/>
                  <a:gd name="connsiteX40" fmla="*/ 107391 w 317452"/>
                  <a:gd name="connsiteY40" fmla="*/ 192309 h 328468"/>
                  <a:gd name="connsiteX41" fmla="*/ 100802 w 317452"/>
                  <a:gd name="connsiteY41" fmla="*/ 211968 h 328468"/>
                  <a:gd name="connsiteX42" fmla="*/ 91576 w 317452"/>
                  <a:gd name="connsiteY42" fmla="*/ 215900 h 328468"/>
                  <a:gd name="connsiteX43" fmla="*/ 59946 w 317452"/>
                  <a:gd name="connsiteY43" fmla="*/ 172650 h 328468"/>
                  <a:gd name="connsiteX44" fmla="*/ 62582 w 317452"/>
                  <a:gd name="connsiteY44" fmla="*/ 171339 h 328468"/>
                  <a:gd name="connsiteX45" fmla="*/ 63900 w 317452"/>
                  <a:gd name="connsiteY45" fmla="*/ 166097 h 328468"/>
                  <a:gd name="connsiteX46" fmla="*/ 62582 w 317452"/>
                  <a:gd name="connsiteY46" fmla="*/ 163475 h 328468"/>
                  <a:gd name="connsiteX47" fmla="*/ 58628 w 317452"/>
                  <a:gd name="connsiteY47" fmla="*/ 162165 h 328468"/>
                  <a:gd name="connsiteX48" fmla="*/ 54674 w 317452"/>
                  <a:gd name="connsiteY48" fmla="*/ 163475 h 328468"/>
                  <a:gd name="connsiteX49" fmla="*/ 42813 w 317452"/>
                  <a:gd name="connsiteY49" fmla="*/ 111051 h 328468"/>
                  <a:gd name="connsiteX50" fmla="*/ 52038 w 317452"/>
                  <a:gd name="connsiteY50" fmla="*/ 107119 h 328468"/>
                  <a:gd name="connsiteX51" fmla="*/ 63900 w 317452"/>
                  <a:gd name="connsiteY51" fmla="*/ 106627 h 328468"/>
                  <a:gd name="connsiteX52" fmla="*/ 221560 w 317452"/>
                  <a:gd name="connsiteY52" fmla="*/ 67725 h 328468"/>
                  <a:gd name="connsiteX53" fmla="*/ 239938 w 317452"/>
                  <a:gd name="connsiteY53" fmla="*/ 67725 h 328468"/>
                  <a:gd name="connsiteX54" fmla="*/ 249127 w 317452"/>
                  <a:gd name="connsiteY54" fmla="*/ 90147 h 328468"/>
                  <a:gd name="connsiteX55" fmla="*/ 249127 w 317452"/>
                  <a:gd name="connsiteY55" fmla="*/ 99380 h 328468"/>
                  <a:gd name="connsiteX56" fmla="*/ 259629 w 317452"/>
                  <a:gd name="connsiteY56" fmla="*/ 162691 h 328468"/>
                  <a:gd name="connsiteX57" fmla="*/ 300324 w 317452"/>
                  <a:gd name="connsiteY57" fmla="*/ 193027 h 328468"/>
                  <a:gd name="connsiteX58" fmla="*/ 304262 w 317452"/>
                  <a:gd name="connsiteY58" fmla="*/ 215450 h 328468"/>
                  <a:gd name="connsiteX59" fmla="*/ 283258 w 317452"/>
                  <a:gd name="connsiteY59" fmla="*/ 219407 h 328468"/>
                  <a:gd name="connsiteX60" fmla="*/ 281946 w 317452"/>
                  <a:gd name="connsiteY60" fmla="*/ 218088 h 328468"/>
                  <a:gd name="connsiteX61" fmla="*/ 236000 w 317452"/>
                  <a:gd name="connsiteY61" fmla="*/ 185113 h 328468"/>
                  <a:gd name="connsiteX62" fmla="*/ 229436 w 317452"/>
                  <a:gd name="connsiteY62" fmla="*/ 174562 h 328468"/>
                  <a:gd name="connsiteX63" fmla="*/ 224185 w 317452"/>
                  <a:gd name="connsiteY63" fmla="*/ 145544 h 328468"/>
                  <a:gd name="connsiteX64" fmla="*/ 196617 w 317452"/>
                  <a:gd name="connsiteY64" fmla="*/ 194346 h 328468"/>
                  <a:gd name="connsiteX65" fmla="*/ 229436 w 317452"/>
                  <a:gd name="connsiteY65" fmla="*/ 243148 h 328468"/>
                  <a:gd name="connsiteX66" fmla="*/ 230749 w 317452"/>
                  <a:gd name="connsiteY66" fmla="*/ 265571 h 328468"/>
                  <a:gd name="connsiteX67" fmla="*/ 195305 w 317452"/>
                  <a:gd name="connsiteY67" fmla="*/ 318329 h 328468"/>
                  <a:gd name="connsiteX68" fmla="*/ 169050 w 317452"/>
                  <a:gd name="connsiteY68" fmla="*/ 323605 h 328468"/>
                  <a:gd name="connsiteX69" fmla="*/ 167737 w 317452"/>
                  <a:gd name="connsiteY69" fmla="*/ 323605 h 328468"/>
                  <a:gd name="connsiteX70" fmla="*/ 162486 w 317452"/>
                  <a:gd name="connsiteY70" fmla="*/ 297226 h 328468"/>
                  <a:gd name="connsiteX71" fmla="*/ 191366 w 317452"/>
                  <a:gd name="connsiteY71" fmla="*/ 255019 h 328468"/>
                  <a:gd name="connsiteX72" fmla="*/ 167737 w 317452"/>
                  <a:gd name="connsiteY72" fmla="*/ 220726 h 328468"/>
                  <a:gd name="connsiteX73" fmla="*/ 70594 w 317452"/>
                  <a:gd name="connsiteY73" fmla="*/ 322286 h 328468"/>
                  <a:gd name="connsiteX74" fmla="*/ 46965 w 317452"/>
                  <a:gd name="connsiteY74" fmla="*/ 326243 h 328468"/>
                  <a:gd name="connsiteX75" fmla="*/ 44339 w 317452"/>
                  <a:gd name="connsiteY75" fmla="*/ 322286 h 328468"/>
                  <a:gd name="connsiteX76" fmla="*/ 43027 w 317452"/>
                  <a:gd name="connsiteY76" fmla="*/ 295907 h 328468"/>
                  <a:gd name="connsiteX77" fmla="*/ 144108 w 317452"/>
                  <a:gd name="connsiteY77" fmla="*/ 189070 h 328468"/>
                  <a:gd name="connsiteX78" fmla="*/ 148046 w 317452"/>
                  <a:gd name="connsiteY78" fmla="*/ 177200 h 328468"/>
                  <a:gd name="connsiteX79" fmla="*/ 190054 w 317452"/>
                  <a:gd name="connsiteY79" fmla="*/ 103337 h 328468"/>
                  <a:gd name="connsiteX80" fmla="*/ 151984 w 317452"/>
                  <a:gd name="connsiteY80" fmla="*/ 107294 h 328468"/>
                  <a:gd name="connsiteX81" fmla="*/ 119166 w 317452"/>
                  <a:gd name="connsiteY81" fmla="*/ 154777 h 328468"/>
                  <a:gd name="connsiteX82" fmla="*/ 110272 w 317452"/>
                  <a:gd name="connsiteY82" fmla="*/ 161402 h 328468"/>
                  <a:gd name="connsiteX83" fmla="*/ 110027 w 317452"/>
                  <a:gd name="connsiteY83" fmla="*/ 158233 h 328468"/>
                  <a:gd name="connsiteX84" fmla="*/ 99484 w 317452"/>
                  <a:gd name="connsiteY84" fmla="*/ 134642 h 328468"/>
                  <a:gd name="connsiteX85" fmla="*/ 95803 w 317452"/>
                  <a:gd name="connsiteY85" fmla="*/ 133422 h 328468"/>
                  <a:gd name="connsiteX86" fmla="*/ 97670 w 317452"/>
                  <a:gd name="connsiteY86" fmla="*/ 130706 h 328468"/>
                  <a:gd name="connsiteX87" fmla="*/ 130980 w 317452"/>
                  <a:gd name="connsiteY87" fmla="*/ 82234 h 328468"/>
                  <a:gd name="connsiteX88" fmla="*/ 141482 w 317452"/>
                  <a:gd name="connsiteY88" fmla="*/ 75639 h 328468"/>
                  <a:gd name="connsiteX89" fmla="*/ 221560 w 317452"/>
                  <a:gd name="connsiteY89" fmla="*/ 67725 h 328468"/>
                  <a:gd name="connsiteX90" fmla="*/ 276970 w 317452"/>
                  <a:gd name="connsiteY90" fmla="*/ 0 h 328468"/>
                  <a:gd name="connsiteX91" fmla="*/ 317452 w 317452"/>
                  <a:gd name="connsiteY91" fmla="*/ 39688 h 328468"/>
                  <a:gd name="connsiteX92" fmla="*/ 276970 w 317452"/>
                  <a:gd name="connsiteY92" fmla="*/ 79376 h 328468"/>
                  <a:gd name="connsiteX93" fmla="*/ 236488 w 317452"/>
                  <a:gd name="connsiteY93" fmla="*/ 39688 h 328468"/>
                  <a:gd name="connsiteX94" fmla="*/ 276970 w 317452"/>
                  <a:gd name="connsiteY94" fmla="*/ 0 h 328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</a:cxnLst>
                <a:rect l="l" t="t" r="r" b="b"/>
                <a:pathLst>
                  <a:path w="317452" h="328468">
                    <a:moveTo>
                      <a:pt x="94055" y="135965"/>
                    </a:moveTo>
                    <a:lnTo>
                      <a:pt x="94407" y="136055"/>
                    </a:lnTo>
                    <a:cubicBezTo>
                      <a:pt x="100360" y="148902"/>
                      <a:pt x="103337" y="155325"/>
                      <a:pt x="104825" y="158537"/>
                    </a:cubicBezTo>
                    <a:lnTo>
                      <a:pt x="106109" y="161308"/>
                    </a:lnTo>
                    <a:lnTo>
                      <a:pt x="98162" y="160053"/>
                    </a:lnTo>
                    <a:cubicBezTo>
                      <a:pt x="98162" y="160053"/>
                      <a:pt x="96849" y="160053"/>
                      <a:pt x="96849" y="160053"/>
                    </a:cubicBezTo>
                    <a:cubicBezTo>
                      <a:pt x="90285" y="154777"/>
                      <a:pt x="87660" y="144225"/>
                      <a:pt x="92911" y="137630"/>
                    </a:cubicBezTo>
                    <a:cubicBezTo>
                      <a:pt x="92911" y="137630"/>
                      <a:pt x="92911" y="137630"/>
                      <a:pt x="93506" y="136765"/>
                    </a:cubicBezTo>
                    <a:close/>
                    <a:moveTo>
                      <a:pt x="39496" y="115887"/>
                    </a:moveTo>
                    <a:cubicBezTo>
                      <a:pt x="39496" y="115887"/>
                      <a:pt x="39496" y="115887"/>
                      <a:pt x="51437" y="165488"/>
                    </a:cubicBezTo>
                    <a:cubicBezTo>
                      <a:pt x="51437" y="165488"/>
                      <a:pt x="51437" y="165488"/>
                      <a:pt x="48784" y="166793"/>
                    </a:cubicBezTo>
                    <a:cubicBezTo>
                      <a:pt x="47457" y="166793"/>
                      <a:pt x="47457" y="169403"/>
                      <a:pt x="47457" y="170709"/>
                    </a:cubicBezTo>
                    <a:cubicBezTo>
                      <a:pt x="47457" y="170709"/>
                      <a:pt x="47457" y="170709"/>
                      <a:pt x="48784" y="173319"/>
                    </a:cubicBezTo>
                    <a:cubicBezTo>
                      <a:pt x="50111" y="175930"/>
                      <a:pt x="51437" y="175930"/>
                      <a:pt x="52764" y="175930"/>
                    </a:cubicBezTo>
                    <a:lnTo>
                      <a:pt x="55418" y="174625"/>
                    </a:lnTo>
                    <a:cubicBezTo>
                      <a:pt x="55418" y="174625"/>
                      <a:pt x="55418" y="174625"/>
                      <a:pt x="87263" y="216393"/>
                    </a:cubicBezTo>
                    <a:cubicBezTo>
                      <a:pt x="87263" y="216393"/>
                      <a:pt x="87263" y="216393"/>
                      <a:pt x="55418" y="230752"/>
                    </a:cubicBezTo>
                    <a:cubicBezTo>
                      <a:pt x="48784" y="233362"/>
                      <a:pt x="40823" y="230752"/>
                      <a:pt x="38169" y="224225"/>
                    </a:cubicBezTo>
                    <a:cubicBezTo>
                      <a:pt x="38169" y="224225"/>
                      <a:pt x="38169" y="224225"/>
                      <a:pt x="1017" y="147214"/>
                    </a:cubicBezTo>
                    <a:cubicBezTo>
                      <a:pt x="-1637" y="140687"/>
                      <a:pt x="1017" y="132856"/>
                      <a:pt x="7651" y="128940"/>
                    </a:cubicBezTo>
                    <a:cubicBezTo>
                      <a:pt x="7651" y="128940"/>
                      <a:pt x="7651" y="128940"/>
                      <a:pt x="39496" y="115887"/>
                    </a:cubicBezTo>
                    <a:close/>
                    <a:moveTo>
                      <a:pt x="63900" y="106627"/>
                    </a:moveTo>
                    <a:cubicBezTo>
                      <a:pt x="67524" y="108102"/>
                      <a:pt x="70489" y="111051"/>
                      <a:pt x="71807" y="114982"/>
                    </a:cubicBezTo>
                    <a:cubicBezTo>
                      <a:pt x="71807" y="114982"/>
                      <a:pt x="71807" y="114982"/>
                      <a:pt x="81033" y="133331"/>
                    </a:cubicBezTo>
                    <a:cubicBezTo>
                      <a:pt x="81033" y="133331"/>
                      <a:pt x="81033" y="133331"/>
                      <a:pt x="87623" y="130710"/>
                    </a:cubicBezTo>
                    <a:lnTo>
                      <a:pt x="95803" y="133422"/>
                    </a:lnTo>
                    <a:lnTo>
                      <a:pt x="94055" y="135965"/>
                    </a:lnTo>
                    <a:lnTo>
                      <a:pt x="89115" y="134702"/>
                    </a:lnTo>
                    <a:cubicBezTo>
                      <a:pt x="89115" y="134702"/>
                      <a:pt x="89115" y="134702"/>
                      <a:pt x="83823" y="137407"/>
                    </a:cubicBezTo>
                    <a:cubicBezTo>
                      <a:pt x="83823" y="137407"/>
                      <a:pt x="82500" y="137407"/>
                      <a:pt x="82500" y="137407"/>
                    </a:cubicBezTo>
                    <a:cubicBezTo>
                      <a:pt x="82500" y="137407"/>
                      <a:pt x="82500" y="137407"/>
                      <a:pt x="97053" y="169863"/>
                    </a:cubicBezTo>
                    <a:cubicBezTo>
                      <a:pt x="97053" y="169863"/>
                      <a:pt x="97053" y="169863"/>
                      <a:pt x="98375" y="169863"/>
                    </a:cubicBezTo>
                    <a:lnTo>
                      <a:pt x="103667" y="167158"/>
                    </a:lnTo>
                    <a:cubicBezTo>
                      <a:pt x="106313" y="165806"/>
                      <a:pt x="106313" y="163101"/>
                      <a:pt x="106313" y="161749"/>
                    </a:cubicBezTo>
                    <a:lnTo>
                      <a:pt x="106109" y="161308"/>
                    </a:lnTo>
                    <a:lnTo>
                      <a:pt x="109648" y="161866"/>
                    </a:lnTo>
                    <a:lnTo>
                      <a:pt x="110272" y="161402"/>
                    </a:lnTo>
                    <a:lnTo>
                      <a:pt x="110522" y="164622"/>
                    </a:lnTo>
                    <a:cubicBezTo>
                      <a:pt x="109698" y="166752"/>
                      <a:pt x="108051" y="168718"/>
                      <a:pt x="106074" y="170028"/>
                    </a:cubicBezTo>
                    <a:cubicBezTo>
                      <a:pt x="106074" y="170028"/>
                      <a:pt x="106074" y="170028"/>
                      <a:pt x="99484" y="172650"/>
                    </a:cubicBezTo>
                    <a:cubicBezTo>
                      <a:pt x="99484" y="172650"/>
                      <a:pt x="99484" y="172650"/>
                      <a:pt x="107391" y="192309"/>
                    </a:cubicBezTo>
                    <a:cubicBezTo>
                      <a:pt x="111345" y="198862"/>
                      <a:pt x="107391" y="208036"/>
                      <a:pt x="100802" y="211968"/>
                    </a:cubicBezTo>
                    <a:cubicBezTo>
                      <a:pt x="100802" y="211968"/>
                      <a:pt x="100802" y="211968"/>
                      <a:pt x="91576" y="215900"/>
                    </a:cubicBezTo>
                    <a:cubicBezTo>
                      <a:pt x="91576" y="215900"/>
                      <a:pt x="91576" y="215900"/>
                      <a:pt x="59946" y="172650"/>
                    </a:cubicBezTo>
                    <a:cubicBezTo>
                      <a:pt x="59946" y="172650"/>
                      <a:pt x="59946" y="172650"/>
                      <a:pt x="62582" y="171339"/>
                    </a:cubicBezTo>
                    <a:cubicBezTo>
                      <a:pt x="65218" y="170028"/>
                      <a:pt x="65218" y="167407"/>
                      <a:pt x="63900" y="166097"/>
                    </a:cubicBezTo>
                    <a:cubicBezTo>
                      <a:pt x="63900" y="166097"/>
                      <a:pt x="63900" y="166097"/>
                      <a:pt x="62582" y="163475"/>
                    </a:cubicBezTo>
                    <a:cubicBezTo>
                      <a:pt x="62582" y="162165"/>
                      <a:pt x="59946" y="160854"/>
                      <a:pt x="58628" y="162165"/>
                    </a:cubicBezTo>
                    <a:cubicBezTo>
                      <a:pt x="58628" y="162165"/>
                      <a:pt x="58628" y="162165"/>
                      <a:pt x="54674" y="163475"/>
                    </a:cubicBezTo>
                    <a:cubicBezTo>
                      <a:pt x="54674" y="163475"/>
                      <a:pt x="54674" y="163475"/>
                      <a:pt x="42813" y="111051"/>
                    </a:cubicBezTo>
                    <a:cubicBezTo>
                      <a:pt x="42813" y="111051"/>
                      <a:pt x="42813" y="111051"/>
                      <a:pt x="52038" y="107119"/>
                    </a:cubicBezTo>
                    <a:cubicBezTo>
                      <a:pt x="55992" y="105153"/>
                      <a:pt x="60275" y="105153"/>
                      <a:pt x="63900" y="106627"/>
                    </a:cubicBezTo>
                    <a:close/>
                    <a:moveTo>
                      <a:pt x="221560" y="67725"/>
                    </a:moveTo>
                    <a:cubicBezTo>
                      <a:pt x="226810" y="65087"/>
                      <a:pt x="234687" y="65087"/>
                      <a:pt x="239938" y="67725"/>
                    </a:cubicBezTo>
                    <a:cubicBezTo>
                      <a:pt x="247814" y="73001"/>
                      <a:pt x="250440" y="80915"/>
                      <a:pt x="249127" y="90147"/>
                    </a:cubicBezTo>
                    <a:cubicBezTo>
                      <a:pt x="249127" y="92785"/>
                      <a:pt x="249127" y="96742"/>
                      <a:pt x="249127" y="99380"/>
                    </a:cubicBezTo>
                    <a:cubicBezTo>
                      <a:pt x="249127" y="99380"/>
                      <a:pt x="249127" y="99380"/>
                      <a:pt x="259629" y="162691"/>
                    </a:cubicBezTo>
                    <a:cubicBezTo>
                      <a:pt x="259629" y="162691"/>
                      <a:pt x="259629" y="162691"/>
                      <a:pt x="300324" y="193027"/>
                    </a:cubicBezTo>
                    <a:cubicBezTo>
                      <a:pt x="308200" y="198303"/>
                      <a:pt x="309513" y="207536"/>
                      <a:pt x="304262" y="215450"/>
                    </a:cubicBezTo>
                    <a:cubicBezTo>
                      <a:pt x="299011" y="222045"/>
                      <a:pt x="289822" y="223363"/>
                      <a:pt x="283258" y="219407"/>
                    </a:cubicBezTo>
                    <a:cubicBezTo>
                      <a:pt x="283258" y="219407"/>
                      <a:pt x="281946" y="219407"/>
                      <a:pt x="281946" y="218088"/>
                    </a:cubicBezTo>
                    <a:cubicBezTo>
                      <a:pt x="281946" y="218088"/>
                      <a:pt x="281946" y="218088"/>
                      <a:pt x="236000" y="185113"/>
                    </a:cubicBezTo>
                    <a:cubicBezTo>
                      <a:pt x="232061" y="182475"/>
                      <a:pt x="230749" y="178518"/>
                      <a:pt x="229436" y="174562"/>
                    </a:cubicBezTo>
                    <a:cubicBezTo>
                      <a:pt x="229436" y="174562"/>
                      <a:pt x="229436" y="174562"/>
                      <a:pt x="224185" y="145544"/>
                    </a:cubicBezTo>
                    <a:cubicBezTo>
                      <a:pt x="224185" y="145544"/>
                      <a:pt x="224185" y="145544"/>
                      <a:pt x="196617" y="194346"/>
                    </a:cubicBezTo>
                    <a:cubicBezTo>
                      <a:pt x="196617" y="194346"/>
                      <a:pt x="196617" y="194346"/>
                      <a:pt x="229436" y="243148"/>
                    </a:cubicBezTo>
                    <a:cubicBezTo>
                      <a:pt x="234687" y="249743"/>
                      <a:pt x="234687" y="258976"/>
                      <a:pt x="230749" y="265571"/>
                    </a:cubicBezTo>
                    <a:cubicBezTo>
                      <a:pt x="230749" y="265571"/>
                      <a:pt x="230749" y="265571"/>
                      <a:pt x="195305" y="318329"/>
                    </a:cubicBezTo>
                    <a:cubicBezTo>
                      <a:pt x="188741" y="326243"/>
                      <a:pt x="178239" y="328881"/>
                      <a:pt x="169050" y="323605"/>
                    </a:cubicBezTo>
                    <a:cubicBezTo>
                      <a:pt x="169050" y="323605"/>
                      <a:pt x="169050" y="323605"/>
                      <a:pt x="167737" y="323605"/>
                    </a:cubicBezTo>
                    <a:cubicBezTo>
                      <a:pt x="159861" y="318329"/>
                      <a:pt x="157235" y="305140"/>
                      <a:pt x="162486" y="297226"/>
                    </a:cubicBezTo>
                    <a:cubicBezTo>
                      <a:pt x="162486" y="297226"/>
                      <a:pt x="162486" y="297226"/>
                      <a:pt x="191366" y="255019"/>
                    </a:cubicBezTo>
                    <a:cubicBezTo>
                      <a:pt x="191366" y="255019"/>
                      <a:pt x="191366" y="255019"/>
                      <a:pt x="167737" y="220726"/>
                    </a:cubicBezTo>
                    <a:cubicBezTo>
                      <a:pt x="167737" y="220726"/>
                      <a:pt x="167737" y="220726"/>
                      <a:pt x="70594" y="322286"/>
                    </a:cubicBezTo>
                    <a:cubicBezTo>
                      <a:pt x="65343" y="328881"/>
                      <a:pt x="54841" y="330200"/>
                      <a:pt x="46965" y="326243"/>
                    </a:cubicBezTo>
                    <a:cubicBezTo>
                      <a:pt x="45652" y="324924"/>
                      <a:pt x="44339" y="323605"/>
                      <a:pt x="44339" y="322286"/>
                    </a:cubicBezTo>
                    <a:cubicBezTo>
                      <a:pt x="36463" y="315691"/>
                      <a:pt x="36463" y="303821"/>
                      <a:pt x="43027" y="295907"/>
                    </a:cubicBezTo>
                    <a:cubicBezTo>
                      <a:pt x="43027" y="295907"/>
                      <a:pt x="43027" y="295907"/>
                      <a:pt x="144108" y="189070"/>
                    </a:cubicBezTo>
                    <a:cubicBezTo>
                      <a:pt x="144108" y="185113"/>
                      <a:pt x="145421" y="181156"/>
                      <a:pt x="148046" y="177200"/>
                    </a:cubicBezTo>
                    <a:cubicBezTo>
                      <a:pt x="148046" y="177200"/>
                      <a:pt x="148046" y="177200"/>
                      <a:pt x="190054" y="103337"/>
                    </a:cubicBezTo>
                    <a:cubicBezTo>
                      <a:pt x="190054" y="103337"/>
                      <a:pt x="190054" y="103337"/>
                      <a:pt x="151984" y="107294"/>
                    </a:cubicBezTo>
                    <a:cubicBezTo>
                      <a:pt x="151984" y="107294"/>
                      <a:pt x="151984" y="107294"/>
                      <a:pt x="119166" y="154777"/>
                    </a:cubicBezTo>
                    <a:lnTo>
                      <a:pt x="110272" y="161402"/>
                    </a:lnTo>
                    <a:lnTo>
                      <a:pt x="110027" y="158233"/>
                    </a:lnTo>
                    <a:cubicBezTo>
                      <a:pt x="99484" y="134642"/>
                      <a:pt x="99484" y="134642"/>
                      <a:pt x="99484" y="134642"/>
                    </a:cubicBezTo>
                    <a:lnTo>
                      <a:pt x="95803" y="133422"/>
                    </a:lnTo>
                    <a:lnTo>
                      <a:pt x="97670" y="130706"/>
                    </a:lnTo>
                    <a:cubicBezTo>
                      <a:pt x="102428" y="123781"/>
                      <a:pt x="111946" y="109932"/>
                      <a:pt x="130980" y="82234"/>
                    </a:cubicBezTo>
                    <a:cubicBezTo>
                      <a:pt x="133606" y="78277"/>
                      <a:pt x="137544" y="75639"/>
                      <a:pt x="141482" y="75639"/>
                    </a:cubicBezTo>
                    <a:cubicBezTo>
                      <a:pt x="141482" y="75639"/>
                      <a:pt x="141482" y="75639"/>
                      <a:pt x="221560" y="67725"/>
                    </a:cubicBezTo>
                    <a:close/>
                    <a:moveTo>
                      <a:pt x="276970" y="0"/>
                    </a:moveTo>
                    <a:cubicBezTo>
                      <a:pt x="299328" y="0"/>
                      <a:pt x="317452" y="17769"/>
                      <a:pt x="317452" y="39688"/>
                    </a:cubicBezTo>
                    <a:cubicBezTo>
                      <a:pt x="317452" y="61607"/>
                      <a:pt x="299328" y="79376"/>
                      <a:pt x="276970" y="79376"/>
                    </a:cubicBezTo>
                    <a:cubicBezTo>
                      <a:pt x="254612" y="79376"/>
                      <a:pt x="236488" y="61607"/>
                      <a:pt x="236488" y="39688"/>
                    </a:cubicBezTo>
                    <a:cubicBezTo>
                      <a:pt x="236488" y="17769"/>
                      <a:pt x="254612" y="0"/>
                      <a:pt x="27697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cs typeface="+mn-ea"/>
                  <a:sym typeface="Calibri" panose="020F0502020204030204" pitchFamily="34" charset="0"/>
                </a:endParaRPr>
              </a:p>
            </p:txBody>
          </p:sp>
          <p:sp>
            <p:nvSpPr>
              <p:cNvPr id="7" name="椭圆 46"/>
              <p:cNvSpPr/>
              <p:nvPr/>
            </p:nvSpPr>
            <p:spPr>
              <a:xfrm>
                <a:off x="6451178" y="4498927"/>
                <a:ext cx="474840" cy="448088"/>
              </a:xfrm>
              <a:custGeom>
                <a:avLst/>
                <a:gdLst>
                  <a:gd name="connsiteX0" fmla="*/ 255815 w 338138"/>
                  <a:gd name="connsiteY0" fmla="*/ 276225 h 319088"/>
                  <a:gd name="connsiteX1" fmla="*/ 267653 w 338138"/>
                  <a:gd name="connsiteY1" fmla="*/ 282720 h 319088"/>
                  <a:gd name="connsiteX2" fmla="*/ 275546 w 338138"/>
                  <a:gd name="connsiteY2" fmla="*/ 282720 h 319088"/>
                  <a:gd name="connsiteX3" fmla="*/ 287384 w 338138"/>
                  <a:gd name="connsiteY3" fmla="*/ 276225 h 319088"/>
                  <a:gd name="connsiteX4" fmla="*/ 290015 w 338138"/>
                  <a:gd name="connsiteY4" fmla="*/ 277524 h 319088"/>
                  <a:gd name="connsiteX5" fmla="*/ 295276 w 338138"/>
                  <a:gd name="connsiteY5" fmla="*/ 284018 h 319088"/>
                  <a:gd name="connsiteX6" fmla="*/ 295276 w 338138"/>
                  <a:gd name="connsiteY6" fmla="*/ 315191 h 319088"/>
                  <a:gd name="connsiteX7" fmla="*/ 271600 w 338138"/>
                  <a:gd name="connsiteY7" fmla="*/ 319088 h 319088"/>
                  <a:gd name="connsiteX8" fmla="*/ 249238 w 338138"/>
                  <a:gd name="connsiteY8" fmla="*/ 315191 h 319088"/>
                  <a:gd name="connsiteX9" fmla="*/ 249238 w 338138"/>
                  <a:gd name="connsiteY9" fmla="*/ 284018 h 319088"/>
                  <a:gd name="connsiteX10" fmla="*/ 253184 w 338138"/>
                  <a:gd name="connsiteY10" fmla="*/ 277524 h 319088"/>
                  <a:gd name="connsiteX11" fmla="*/ 255815 w 338138"/>
                  <a:gd name="connsiteY11" fmla="*/ 276225 h 319088"/>
                  <a:gd name="connsiteX12" fmla="*/ 50755 w 338138"/>
                  <a:gd name="connsiteY12" fmla="*/ 276225 h 319088"/>
                  <a:gd name="connsiteX13" fmla="*/ 62593 w 338138"/>
                  <a:gd name="connsiteY13" fmla="*/ 282720 h 319088"/>
                  <a:gd name="connsiteX14" fmla="*/ 70486 w 338138"/>
                  <a:gd name="connsiteY14" fmla="*/ 282720 h 319088"/>
                  <a:gd name="connsiteX15" fmla="*/ 82324 w 338138"/>
                  <a:gd name="connsiteY15" fmla="*/ 276225 h 319088"/>
                  <a:gd name="connsiteX16" fmla="*/ 84955 w 338138"/>
                  <a:gd name="connsiteY16" fmla="*/ 277524 h 319088"/>
                  <a:gd name="connsiteX17" fmla="*/ 88901 w 338138"/>
                  <a:gd name="connsiteY17" fmla="*/ 284018 h 319088"/>
                  <a:gd name="connsiteX18" fmla="*/ 88901 w 338138"/>
                  <a:gd name="connsiteY18" fmla="*/ 315191 h 319088"/>
                  <a:gd name="connsiteX19" fmla="*/ 66539 w 338138"/>
                  <a:gd name="connsiteY19" fmla="*/ 319088 h 319088"/>
                  <a:gd name="connsiteX20" fmla="*/ 42863 w 338138"/>
                  <a:gd name="connsiteY20" fmla="*/ 315191 h 319088"/>
                  <a:gd name="connsiteX21" fmla="*/ 42863 w 338138"/>
                  <a:gd name="connsiteY21" fmla="*/ 284018 h 319088"/>
                  <a:gd name="connsiteX22" fmla="*/ 48124 w 338138"/>
                  <a:gd name="connsiteY22" fmla="*/ 277524 h 319088"/>
                  <a:gd name="connsiteX23" fmla="*/ 50755 w 338138"/>
                  <a:gd name="connsiteY23" fmla="*/ 276225 h 319088"/>
                  <a:gd name="connsiteX24" fmla="*/ 273050 w 338138"/>
                  <a:gd name="connsiteY24" fmla="*/ 214313 h 319088"/>
                  <a:gd name="connsiteX25" fmla="*/ 282575 w 338138"/>
                  <a:gd name="connsiteY25" fmla="*/ 224632 h 319088"/>
                  <a:gd name="connsiteX26" fmla="*/ 273050 w 338138"/>
                  <a:gd name="connsiteY26" fmla="*/ 234951 h 319088"/>
                  <a:gd name="connsiteX27" fmla="*/ 263525 w 338138"/>
                  <a:gd name="connsiteY27" fmla="*/ 224632 h 319088"/>
                  <a:gd name="connsiteX28" fmla="*/ 273050 w 338138"/>
                  <a:gd name="connsiteY28" fmla="*/ 214313 h 319088"/>
                  <a:gd name="connsiteX29" fmla="*/ 65882 w 338138"/>
                  <a:gd name="connsiteY29" fmla="*/ 214313 h 319088"/>
                  <a:gd name="connsiteX30" fmla="*/ 76201 w 338138"/>
                  <a:gd name="connsiteY30" fmla="*/ 224632 h 319088"/>
                  <a:gd name="connsiteX31" fmla="*/ 65882 w 338138"/>
                  <a:gd name="connsiteY31" fmla="*/ 234951 h 319088"/>
                  <a:gd name="connsiteX32" fmla="*/ 55563 w 338138"/>
                  <a:gd name="connsiteY32" fmla="*/ 224632 h 319088"/>
                  <a:gd name="connsiteX33" fmla="*/ 65882 w 338138"/>
                  <a:gd name="connsiteY33" fmla="*/ 214313 h 319088"/>
                  <a:gd name="connsiteX34" fmla="*/ 272257 w 338138"/>
                  <a:gd name="connsiteY34" fmla="*/ 196850 h 319088"/>
                  <a:gd name="connsiteX35" fmla="*/ 244475 w 338138"/>
                  <a:gd name="connsiteY35" fmla="*/ 224632 h 319088"/>
                  <a:gd name="connsiteX36" fmla="*/ 272257 w 338138"/>
                  <a:gd name="connsiteY36" fmla="*/ 252414 h 319088"/>
                  <a:gd name="connsiteX37" fmla="*/ 300039 w 338138"/>
                  <a:gd name="connsiteY37" fmla="*/ 224632 h 319088"/>
                  <a:gd name="connsiteX38" fmla="*/ 272257 w 338138"/>
                  <a:gd name="connsiteY38" fmla="*/ 196850 h 319088"/>
                  <a:gd name="connsiteX39" fmla="*/ 65882 w 338138"/>
                  <a:gd name="connsiteY39" fmla="*/ 196850 h 319088"/>
                  <a:gd name="connsiteX40" fmla="*/ 38100 w 338138"/>
                  <a:gd name="connsiteY40" fmla="*/ 224632 h 319088"/>
                  <a:gd name="connsiteX41" fmla="*/ 65882 w 338138"/>
                  <a:gd name="connsiteY41" fmla="*/ 252414 h 319088"/>
                  <a:gd name="connsiteX42" fmla="*/ 93664 w 338138"/>
                  <a:gd name="connsiteY42" fmla="*/ 224632 h 319088"/>
                  <a:gd name="connsiteX43" fmla="*/ 65882 w 338138"/>
                  <a:gd name="connsiteY43" fmla="*/ 196850 h 319088"/>
                  <a:gd name="connsiteX44" fmla="*/ 272257 w 338138"/>
                  <a:gd name="connsiteY44" fmla="*/ 187325 h 319088"/>
                  <a:gd name="connsiteX45" fmla="*/ 338138 w 338138"/>
                  <a:gd name="connsiteY45" fmla="*/ 253322 h 319088"/>
                  <a:gd name="connsiteX46" fmla="*/ 313103 w 338138"/>
                  <a:gd name="connsiteY46" fmla="*/ 304800 h 319088"/>
                  <a:gd name="connsiteX47" fmla="*/ 313103 w 338138"/>
                  <a:gd name="connsiteY47" fmla="*/ 283681 h 319088"/>
                  <a:gd name="connsiteX48" fmla="*/ 295974 w 338138"/>
                  <a:gd name="connsiteY48" fmla="*/ 259922 h 319088"/>
                  <a:gd name="connsiteX49" fmla="*/ 290704 w 338138"/>
                  <a:gd name="connsiteY49" fmla="*/ 258602 h 319088"/>
                  <a:gd name="connsiteX50" fmla="*/ 284115 w 338138"/>
                  <a:gd name="connsiteY50" fmla="*/ 258602 h 319088"/>
                  <a:gd name="connsiteX51" fmla="*/ 272257 w 338138"/>
                  <a:gd name="connsiteY51" fmla="*/ 265202 h 319088"/>
                  <a:gd name="connsiteX52" fmla="*/ 260398 w 338138"/>
                  <a:gd name="connsiteY52" fmla="*/ 258602 h 319088"/>
                  <a:gd name="connsiteX53" fmla="*/ 255128 w 338138"/>
                  <a:gd name="connsiteY53" fmla="*/ 258602 h 319088"/>
                  <a:gd name="connsiteX54" fmla="*/ 248539 w 338138"/>
                  <a:gd name="connsiteY54" fmla="*/ 259922 h 319088"/>
                  <a:gd name="connsiteX55" fmla="*/ 232728 w 338138"/>
                  <a:gd name="connsiteY55" fmla="*/ 283681 h 319088"/>
                  <a:gd name="connsiteX56" fmla="*/ 232728 w 338138"/>
                  <a:gd name="connsiteY56" fmla="*/ 304800 h 319088"/>
                  <a:gd name="connsiteX57" fmla="*/ 206375 w 338138"/>
                  <a:gd name="connsiteY57" fmla="*/ 253322 h 319088"/>
                  <a:gd name="connsiteX58" fmla="*/ 272257 w 338138"/>
                  <a:gd name="connsiteY58" fmla="*/ 187325 h 319088"/>
                  <a:gd name="connsiteX59" fmla="*/ 65881 w 338138"/>
                  <a:gd name="connsiteY59" fmla="*/ 187325 h 319088"/>
                  <a:gd name="connsiteX60" fmla="*/ 131763 w 338138"/>
                  <a:gd name="connsiteY60" fmla="*/ 253322 h 319088"/>
                  <a:gd name="connsiteX61" fmla="*/ 105410 w 338138"/>
                  <a:gd name="connsiteY61" fmla="*/ 304800 h 319088"/>
                  <a:gd name="connsiteX62" fmla="*/ 105410 w 338138"/>
                  <a:gd name="connsiteY62" fmla="*/ 283681 h 319088"/>
                  <a:gd name="connsiteX63" fmla="*/ 89599 w 338138"/>
                  <a:gd name="connsiteY63" fmla="*/ 259922 h 319088"/>
                  <a:gd name="connsiteX64" fmla="*/ 83010 w 338138"/>
                  <a:gd name="connsiteY64" fmla="*/ 258602 h 319088"/>
                  <a:gd name="connsiteX65" fmla="*/ 77740 w 338138"/>
                  <a:gd name="connsiteY65" fmla="*/ 258602 h 319088"/>
                  <a:gd name="connsiteX66" fmla="*/ 65881 w 338138"/>
                  <a:gd name="connsiteY66" fmla="*/ 265202 h 319088"/>
                  <a:gd name="connsiteX67" fmla="*/ 54023 w 338138"/>
                  <a:gd name="connsiteY67" fmla="*/ 258602 h 319088"/>
                  <a:gd name="connsiteX68" fmla="*/ 47434 w 338138"/>
                  <a:gd name="connsiteY68" fmla="*/ 258602 h 319088"/>
                  <a:gd name="connsiteX69" fmla="*/ 42164 w 338138"/>
                  <a:gd name="connsiteY69" fmla="*/ 259922 h 319088"/>
                  <a:gd name="connsiteX70" fmla="*/ 25035 w 338138"/>
                  <a:gd name="connsiteY70" fmla="*/ 283681 h 319088"/>
                  <a:gd name="connsiteX71" fmla="*/ 25035 w 338138"/>
                  <a:gd name="connsiteY71" fmla="*/ 304800 h 319088"/>
                  <a:gd name="connsiteX72" fmla="*/ 0 w 338138"/>
                  <a:gd name="connsiteY72" fmla="*/ 253322 h 319088"/>
                  <a:gd name="connsiteX73" fmla="*/ 65881 w 338138"/>
                  <a:gd name="connsiteY73" fmla="*/ 187325 h 319088"/>
                  <a:gd name="connsiteX74" fmla="*/ 159754 w 338138"/>
                  <a:gd name="connsiteY74" fmla="*/ 149225 h 319088"/>
                  <a:gd name="connsiteX75" fmla="*/ 169069 w 338138"/>
                  <a:gd name="connsiteY75" fmla="*/ 149225 h 319088"/>
                  <a:gd name="connsiteX76" fmla="*/ 178384 w 338138"/>
                  <a:gd name="connsiteY76" fmla="*/ 149225 h 319088"/>
                  <a:gd name="connsiteX77" fmla="*/ 178384 w 338138"/>
                  <a:gd name="connsiteY77" fmla="*/ 175331 h 319088"/>
                  <a:gd name="connsiteX78" fmla="*/ 214313 w 338138"/>
                  <a:gd name="connsiteY78" fmla="*/ 193605 h 319088"/>
                  <a:gd name="connsiteX79" fmla="*/ 202337 w 338138"/>
                  <a:gd name="connsiteY79" fmla="*/ 207963 h 319088"/>
                  <a:gd name="connsiteX80" fmla="*/ 169069 w 338138"/>
                  <a:gd name="connsiteY80" fmla="*/ 190994 h 319088"/>
                  <a:gd name="connsiteX81" fmla="*/ 135802 w 338138"/>
                  <a:gd name="connsiteY81" fmla="*/ 207963 h 319088"/>
                  <a:gd name="connsiteX82" fmla="*/ 123825 w 338138"/>
                  <a:gd name="connsiteY82" fmla="*/ 193605 h 319088"/>
                  <a:gd name="connsiteX83" fmla="*/ 159754 w 338138"/>
                  <a:gd name="connsiteY83" fmla="*/ 175331 h 319088"/>
                  <a:gd name="connsiteX84" fmla="*/ 159754 w 338138"/>
                  <a:gd name="connsiteY84" fmla="*/ 149225 h 319088"/>
                  <a:gd name="connsiteX85" fmla="*/ 154175 w 338138"/>
                  <a:gd name="connsiteY85" fmla="*/ 88900 h 319088"/>
                  <a:gd name="connsiteX86" fmla="*/ 165941 w 338138"/>
                  <a:gd name="connsiteY86" fmla="*/ 95394 h 319088"/>
                  <a:gd name="connsiteX87" fmla="*/ 173785 w 338138"/>
                  <a:gd name="connsiteY87" fmla="*/ 95394 h 319088"/>
                  <a:gd name="connsiteX88" fmla="*/ 185551 w 338138"/>
                  <a:gd name="connsiteY88" fmla="*/ 88900 h 319088"/>
                  <a:gd name="connsiteX89" fmla="*/ 188166 w 338138"/>
                  <a:gd name="connsiteY89" fmla="*/ 90199 h 319088"/>
                  <a:gd name="connsiteX90" fmla="*/ 192088 w 338138"/>
                  <a:gd name="connsiteY90" fmla="*/ 96693 h 319088"/>
                  <a:gd name="connsiteX91" fmla="*/ 192088 w 338138"/>
                  <a:gd name="connsiteY91" fmla="*/ 126567 h 319088"/>
                  <a:gd name="connsiteX92" fmla="*/ 169863 w 338138"/>
                  <a:gd name="connsiteY92" fmla="*/ 131763 h 319088"/>
                  <a:gd name="connsiteX93" fmla="*/ 147638 w 338138"/>
                  <a:gd name="connsiteY93" fmla="*/ 126567 h 319088"/>
                  <a:gd name="connsiteX94" fmla="*/ 147638 w 338138"/>
                  <a:gd name="connsiteY94" fmla="*/ 96693 h 319088"/>
                  <a:gd name="connsiteX95" fmla="*/ 151560 w 338138"/>
                  <a:gd name="connsiteY95" fmla="*/ 90199 h 319088"/>
                  <a:gd name="connsiteX96" fmla="*/ 154175 w 338138"/>
                  <a:gd name="connsiteY96" fmla="*/ 88900 h 319088"/>
                  <a:gd name="connsiteX97" fmla="*/ 169069 w 338138"/>
                  <a:gd name="connsiteY97" fmla="*/ 26988 h 319088"/>
                  <a:gd name="connsiteX98" fmla="*/ 179388 w 338138"/>
                  <a:gd name="connsiteY98" fmla="*/ 36513 h 319088"/>
                  <a:gd name="connsiteX99" fmla="*/ 169069 w 338138"/>
                  <a:gd name="connsiteY99" fmla="*/ 46038 h 319088"/>
                  <a:gd name="connsiteX100" fmla="*/ 158750 w 338138"/>
                  <a:gd name="connsiteY100" fmla="*/ 36513 h 319088"/>
                  <a:gd name="connsiteX101" fmla="*/ 169069 w 338138"/>
                  <a:gd name="connsiteY101" fmla="*/ 26988 h 319088"/>
                  <a:gd name="connsiteX102" fmla="*/ 169070 w 338138"/>
                  <a:gd name="connsiteY102" fmla="*/ 9525 h 319088"/>
                  <a:gd name="connsiteX103" fmla="*/ 141288 w 338138"/>
                  <a:gd name="connsiteY103" fmla="*/ 37307 h 319088"/>
                  <a:gd name="connsiteX104" fmla="*/ 169070 w 338138"/>
                  <a:gd name="connsiteY104" fmla="*/ 65089 h 319088"/>
                  <a:gd name="connsiteX105" fmla="*/ 196852 w 338138"/>
                  <a:gd name="connsiteY105" fmla="*/ 37307 h 319088"/>
                  <a:gd name="connsiteX106" fmla="*/ 169070 w 338138"/>
                  <a:gd name="connsiteY106" fmla="*/ 9525 h 319088"/>
                  <a:gd name="connsiteX107" fmla="*/ 169070 w 338138"/>
                  <a:gd name="connsiteY107" fmla="*/ 0 h 319088"/>
                  <a:gd name="connsiteX108" fmla="*/ 234951 w 338138"/>
                  <a:gd name="connsiteY108" fmla="*/ 65997 h 319088"/>
                  <a:gd name="connsiteX109" fmla="*/ 209916 w 338138"/>
                  <a:gd name="connsiteY109" fmla="*/ 117475 h 319088"/>
                  <a:gd name="connsiteX110" fmla="*/ 209916 w 338138"/>
                  <a:gd name="connsiteY110" fmla="*/ 96356 h 319088"/>
                  <a:gd name="connsiteX111" fmla="*/ 192787 w 338138"/>
                  <a:gd name="connsiteY111" fmla="*/ 72597 h 319088"/>
                  <a:gd name="connsiteX112" fmla="*/ 187517 w 338138"/>
                  <a:gd name="connsiteY112" fmla="*/ 71277 h 319088"/>
                  <a:gd name="connsiteX113" fmla="*/ 180928 w 338138"/>
                  <a:gd name="connsiteY113" fmla="*/ 71277 h 319088"/>
                  <a:gd name="connsiteX114" fmla="*/ 169070 w 338138"/>
                  <a:gd name="connsiteY114" fmla="*/ 76557 h 319088"/>
                  <a:gd name="connsiteX115" fmla="*/ 157211 w 338138"/>
                  <a:gd name="connsiteY115" fmla="*/ 71277 h 319088"/>
                  <a:gd name="connsiteX116" fmla="*/ 150623 w 338138"/>
                  <a:gd name="connsiteY116" fmla="*/ 71277 h 319088"/>
                  <a:gd name="connsiteX117" fmla="*/ 145352 w 338138"/>
                  <a:gd name="connsiteY117" fmla="*/ 72597 h 319088"/>
                  <a:gd name="connsiteX118" fmla="*/ 128223 w 338138"/>
                  <a:gd name="connsiteY118" fmla="*/ 96356 h 319088"/>
                  <a:gd name="connsiteX119" fmla="*/ 128223 w 338138"/>
                  <a:gd name="connsiteY119" fmla="*/ 117475 h 319088"/>
                  <a:gd name="connsiteX120" fmla="*/ 103188 w 338138"/>
                  <a:gd name="connsiteY120" fmla="*/ 65997 h 319088"/>
                  <a:gd name="connsiteX121" fmla="*/ 169070 w 338138"/>
                  <a:gd name="connsiteY121" fmla="*/ 0 h 3190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</a:cxnLst>
                <a:rect l="l" t="t" r="r" b="b"/>
                <a:pathLst>
                  <a:path w="338138" h="319088">
                    <a:moveTo>
                      <a:pt x="255815" y="276225"/>
                    </a:moveTo>
                    <a:cubicBezTo>
                      <a:pt x="255815" y="276225"/>
                      <a:pt x="255815" y="276225"/>
                      <a:pt x="267653" y="282720"/>
                    </a:cubicBezTo>
                    <a:cubicBezTo>
                      <a:pt x="270284" y="284018"/>
                      <a:pt x="272915" y="284018"/>
                      <a:pt x="275546" y="282720"/>
                    </a:cubicBezTo>
                    <a:cubicBezTo>
                      <a:pt x="275546" y="282720"/>
                      <a:pt x="275546" y="282720"/>
                      <a:pt x="287384" y="276225"/>
                    </a:cubicBezTo>
                    <a:cubicBezTo>
                      <a:pt x="287384" y="276225"/>
                      <a:pt x="287384" y="276225"/>
                      <a:pt x="290015" y="277524"/>
                    </a:cubicBezTo>
                    <a:cubicBezTo>
                      <a:pt x="292646" y="278823"/>
                      <a:pt x="295276" y="281421"/>
                      <a:pt x="295276" y="284018"/>
                    </a:cubicBezTo>
                    <a:cubicBezTo>
                      <a:pt x="295276" y="284018"/>
                      <a:pt x="295276" y="284018"/>
                      <a:pt x="295276" y="315191"/>
                    </a:cubicBezTo>
                    <a:cubicBezTo>
                      <a:pt x="287384" y="317789"/>
                      <a:pt x="279492" y="319088"/>
                      <a:pt x="271600" y="319088"/>
                    </a:cubicBezTo>
                    <a:cubicBezTo>
                      <a:pt x="263707" y="319088"/>
                      <a:pt x="255815" y="317789"/>
                      <a:pt x="249238" y="315191"/>
                    </a:cubicBezTo>
                    <a:cubicBezTo>
                      <a:pt x="249238" y="315191"/>
                      <a:pt x="249238" y="315191"/>
                      <a:pt x="249238" y="284018"/>
                    </a:cubicBezTo>
                    <a:cubicBezTo>
                      <a:pt x="249238" y="281421"/>
                      <a:pt x="250554" y="278823"/>
                      <a:pt x="253184" y="277524"/>
                    </a:cubicBezTo>
                    <a:cubicBezTo>
                      <a:pt x="253184" y="277524"/>
                      <a:pt x="253184" y="277524"/>
                      <a:pt x="255815" y="276225"/>
                    </a:cubicBezTo>
                    <a:close/>
                    <a:moveTo>
                      <a:pt x="50755" y="276225"/>
                    </a:moveTo>
                    <a:cubicBezTo>
                      <a:pt x="50755" y="276225"/>
                      <a:pt x="50755" y="276225"/>
                      <a:pt x="62593" y="282720"/>
                    </a:cubicBezTo>
                    <a:cubicBezTo>
                      <a:pt x="65224" y="284018"/>
                      <a:pt x="67855" y="284018"/>
                      <a:pt x="70486" y="282720"/>
                    </a:cubicBezTo>
                    <a:cubicBezTo>
                      <a:pt x="70486" y="282720"/>
                      <a:pt x="70486" y="282720"/>
                      <a:pt x="82324" y="276225"/>
                    </a:cubicBezTo>
                    <a:cubicBezTo>
                      <a:pt x="82324" y="276225"/>
                      <a:pt x="82324" y="276225"/>
                      <a:pt x="84955" y="277524"/>
                    </a:cubicBezTo>
                    <a:cubicBezTo>
                      <a:pt x="87585" y="278823"/>
                      <a:pt x="88901" y="281421"/>
                      <a:pt x="88901" y="284018"/>
                    </a:cubicBezTo>
                    <a:cubicBezTo>
                      <a:pt x="88901" y="284018"/>
                      <a:pt x="88901" y="284018"/>
                      <a:pt x="88901" y="315191"/>
                    </a:cubicBezTo>
                    <a:cubicBezTo>
                      <a:pt x="82324" y="317789"/>
                      <a:pt x="74432" y="319088"/>
                      <a:pt x="66539" y="319088"/>
                    </a:cubicBezTo>
                    <a:cubicBezTo>
                      <a:pt x="58647" y="319088"/>
                      <a:pt x="50755" y="317789"/>
                      <a:pt x="42863" y="315191"/>
                    </a:cubicBezTo>
                    <a:cubicBezTo>
                      <a:pt x="42863" y="315191"/>
                      <a:pt x="42863" y="315191"/>
                      <a:pt x="42863" y="284018"/>
                    </a:cubicBezTo>
                    <a:cubicBezTo>
                      <a:pt x="42863" y="281421"/>
                      <a:pt x="45493" y="278823"/>
                      <a:pt x="48124" y="277524"/>
                    </a:cubicBezTo>
                    <a:cubicBezTo>
                      <a:pt x="48124" y="277524"/>
                      <a:pt x="48124" y="277524"/>
                      <a:pt x="50755" y="276225"/>
                    </a:cubicBezTo>
                    <a:close/>
                    <a:moveTo>
                      <a:pt x="273050" y="214313"/>
                    </a:moveTo>
                    <a:cubicBezTo>
                      <a:pt x="278311" y="214313"/>
                      <a:pt x="282575" y="218933"/>
                      <a:pt x="282575" y="224632"/>
                    </a:cubicBezTo>
                    <a:cubicBezTo>
                      <a:pt x="282575" y="230331"/>
                      <a:pt x="278311" y="234951"/>
                      <a:pt x="273050" y="234951"/>
                    </a:cubicBezTo>
                    <a:cubicBezTo>
                      <a:pt x="267789" y="234951"/>
                      <a:pt x="263525" y="230331"/>
                      <a:pt x="263525" y="224632"/>
                    </a:cubicBezTo>
                    <a:cubicBezTo>
                      <a:pt x="263525" y="218933"/>
                      <a:pt x="267789" y="214313"/>
                      <a:pt x="273050" y="214313"/>
                    </a:cubicBezTo>
                    <a:close/>
                    <a:moveTo>
                      <a:pt x="65882" y="214313"/>
                    </a:moveTo>
                    <a:cubicBezTo>
                      <a:pt x="71581" y="214313"/>
                      <a:pt x="76201" y="218933"/>
                      <a:pt x="76201" y="224632"/>
                    </a:cubicBezTo>
                    <a:cubicBezTo>
                      <a:pt x="76201" y="230331"/>
                      <a:pt x="71581" y="234951"/>
                      <a:pt x="65882" y="234951"/>
                    </a:cubicBezTo>
                    <a:cubicBezTo>
                      <a:pt x="60183" y="234951"/>
                      <a:pt x="55563" y="230331"/>
                      <a:pt x="55563" y="224632"/>
                    </a:cubicBezTo>
                    <a:cubicBezTo>
                      <a:pt x="55563" y="218933"/>
                      <a:pt x="60183" y="214313"/>
                      <a:pt x="65882" y="214313"/>
                    </a:cubicBezTo>
                    <a:close/>
                    <a:moveTo>
                      <a:pt x="272257" y="196850"/>
                    </a:moveTo>
                    <a:cubicBezTo>
                      <a:pt x="256913" y="196850"/>
                      <a:pt x="244475" y="209288"/>
                      <a:pt x="244475" y="224632"/>
                    </a:cubicBezTo>
                    <a:cubicBezTo>
                      <a:pt x="244475" y="239976"/>
                      <a:pt x="256913" y="252414"/>
                      <a:pt x="272257" y="252414"/>
                    </a:cubicBezTo>
                    <a:cubicBezTo>
                      <a:pt x="287601" y="252414"/>
                      <a:pt x="300039" y="239976"/>
                      <a:pt x="300039" y="224632"/>
                    </a:cubicBezTo>
                    <a:cubicBezTo>
                      <a:pt x="300039" y="209288"/>
                      <a:pt x="287601" y="196850"/>
                      <a:pt x="272257" y="196850"/>
                    </a:cubicBezTo>
                    <a:close/>
                    <a:moveTo>
                      <a:pt x="65882" y="196850"/>
                    </a:moveTo>
                    <a:cubicBezTo>
                      <a:pt x="50538" y="196850"/>
                      <a:pt x="38100" y="209288"/>
                      <a:pt x="38100" y="224632"/>
                    </a:cubicBezTo>
                    <a:cubicBezTo>
                      <a:pt x="38100" y="239976"/>
                      <a:pt x="50538" y="252414"/>
                      <a:pt x="65882" y="252414"/>
                    </a:cubicBezTo>
                    <a:cubicBezTo>
                      <a:pt x="81226" y="252414"/>
                      <a:pt x="93664" y="239976"/>
                      <a:pt x="93664" y="224632"/>
                    </a:cubicBezTo>
                    <a:cubicBezTo>
                      <a:pt x="93664" y="209288"/>
                      <a:pt x="81226" y="196850"/>
                      <a:pt x="65882" y="196850"/>
                    </a:cubicBezTo>
                    <a:close/>
                    <a:moveTo>
                      <a:pt x="272257" y="187325"/>
                    </a:moveTo>
                    <a:cubicBezTo>
                      <a:pt x="309150" y="187325"/>
                      <a:pt x="338138" y="217684"/>
                      <a:pt x="338138" y="253322"/>
                    </a:cubicBezTo>
                    <a:cubicBezTo>
                      <a:pt x="338138" y="274441"/>
                      <a:pt x="328915" y="292921"/>
                      <a:pt x="313103" y="304800"/>
                    </a:cubicBezTo>
                    <a:cubicBezTo>
                      <a:pt x="313103" y="304800"/>
                      <a:pt x="313103" y="304800"/>
                      <a:pt x="313103" y="283681"/>
                    </a:cubicBezTo>
                    <a:cubicBezTo>
                      <a:pt x="313103" y="273121"/>
                      <a:pt x="306515" y="263882"/>
                      <a:pt x="295974" y="259922"/>
                    </a:cubicBezTo>
                    <a:cubicBezTo>
                      <a:pt x="295974" y="259922"/>
                      <a:pt x="290704" y="258602"/>
                      <a:pt x="290704" y="258602"/>
                    </a:cubicBezTo>
                    <a:cubicBezTo>
                      <a:pt x="288068" y="257282"/>
                      <a:pt x="286751" y="258602"/>
                      <a:pt x="284115" y="258602"/>
                    </a:cubicBezTo>
                    <a:cubicBezTo>
                      <a:pt x="284115" y="258602"/>
                      <a:pt x="284115" y="258602"/>
                      <a:pt x="272257" y="265202"/>
                    </a:cubicBezTo>
                    <a:cubicBezTo>
                      <a:pt x="272257" y="265202"/>
                      <a:pt x="272257" y="265202"/>
                      <a:pt x="260398" y="258602"/>
                    </a:cubicBezTo>
                    <a:cubicBezTo>
                      <a:pt x="259080" y="258602"/>
                      <a:pt x="256445" y="257282"/>
                      <a:pt x="255128" y="258602"/>
                    </a:cubicBezTo>
                    <a:cubicBezTo>
                      <a:pt x="255128" y="258602"/>
                      <a:pt x="248539" y="259922"/>
                      <a:pt x="248539" y="259922"/>
                    </a:cubicBezTo>
                    <a:cubicBezTo>
                      <a:pt x="239316" y="263882"/>
                      <a:pt x="232728" y="273121"/>
                      <a:pt x="232728" y="283681"/>
                    </a:cubicBezTo>
                    <a:cubicBezTo>
                      <a:pt x="232728" y="283681"/>
                      <a:pt x="232728" y="283681"/>
                      <a:pt x="232728" y="304800"/>
                    </a:cubicBezTo>
                    <a:cubicBezTo>
                      <a:pt x="216916" y="292921"/>
                      <a:pt x="206375" y="274441"/>
                      <a:pt x="206375" y="253322"/>
                    </a:cubicBezTo>
                    <a:cubicBezTo>
                      <a:pt x="206375" y="217684"/>
                      <a:pt x="236681" y="187325"/>
                      <a:pt x="272257" y="187325"/>
                    </a:cubicBezTo>
                    <a:close/>
                    <a:moveTo>
                      <a:pt x="65881" y="187325"/>
                    </a:moveTo>
                    <a:cubicBezTo>
                      <a:pt x="101457" y="187325"/>
                      <a:pt x="131763" y="217684"/>
                      <a:pt x="131763" y="253322"/>
                    </a:cubicBezTo>
                    <a:cubicBezTo>
                      <a:pt x="131763" y="274441"/>
                      <a:pt x="121222" y="292921"/>
                      <a:pt x="105410" y="304800"/>
                    </a:cubicBezTo>
                    <a:cubicBezTo>
                      <a:pt x="105410" y="304800"/>
                      <a:pt x="105410" y="304800"/>
                      <a:pt x="105410" y="283681"/>
                    </a:cubicBezTo>
                    <a:cubicBezTo>
                      <a:pt x="105410" y="273121"/>
                      <a:pt x="98822" y="263882"/>
                      <a:pt x="89599" y="259922"/>
                    </a:cubicBezTo>
                    <a:cubicBezTo>
                      <a:pt x="89599" y="259922"/>
                      <a:pt x="83010" y="258602"/>
                      <a:pt x="83010" y="258602"/>
                    </a:cubicBezTo>
                    <a:cubicBezTo>
                      <a:pt x="81693" y="257282"/>
                      <a:pt x="79058" y="258602"/>
                      <a:pt x="77740" y="258602"/>
                    </a:cubicBezTo>
                    <a:cubicBezTo>
                      <a:pt x="77740" y="258602"/>
                      <a:pt x="77740" y="258602"/>
                      <a:pt x="65881" y="265202"/>
                    </a:cubicBezTo>
                    <a:cubicBezTo>
                      <a:pt x="65881" y="265202"/>
                      <a:pt x="65881" y="265202"/>
                      <a:pt x="54023" y="258602"/>
                    </a:cubicBezTo>
                    <a:cubicBezTo>
                      <a:pt x="51387" y="258602"/>
                      <a:pt x="50070" y="257282"/>
                      <a:pt x="47434" y="258602"/>
                    </a:cubicBezTo>
                    <a:cubicBezTo>
                      <a:pt x="47434" y="258602"/>
                      <a:pt x="42164" y="259922"/>
                      <a:pt x="42164" y="259922"/>
                    </a:cubicBezTo>
                    <a:cubicBezTo>
                      <a:pt x="31623" y="263882"/>
                      <a:pt x="25035" y="273121"/>
                      <a:pt x="25035" y="283681"/>
                    </a:cubicBezTo>
                    <a:cubicBezTo>
                      <a:pt x="25035" y="283681"/>
                      <a:pt x="25035" y="283681"/>
                      <a:pt x="25035" y="304800"/>
                    </a:cubicBezTo>
                    <a:cubicBezTo>
                      <a:pt x="9223" y="292921"/>
                      <a:pt x="0" y="274441"/>
                      <a:pt x="0" y="253322"/>
                    </a:cubicBezTo>
                    <a:cubicBezTo>
                      <a:pt x="0" y="217684"/>
                      <a:pt x="28988" y="187325"/>
                      <a:pt x="65881" y="187325"/>
                    </a:cubicBezTo>
                    <a:close/>
                    <a:moveTo>
                      <a:pt x="159754" y="149225"/>
                    </a:moveTo>
                    <a:cubicBezTo>
                      <a:pt x="163746" y="149225"/>
                      <a:pt x="166408" y="149225"/>
                      <a:pt x="169069" y="149225"/>
                    </a:cubicBezTo>
                    <a:cubicBezTo>
                      <a:pt x="171731" y="149225"/>
                      <a:pt x="174392" y="149225"/>
                      <a:pt x="178384" y="149225"/>
                    </a:cubicBezTo>
                    <a:cubicBezTo>
                      <a:pt x="178384" y="149225"/>
                      <a:pt x="178384" y="149225"/>
                      <a:pt x="178384" y="175331"/>
                    </a:cubicBezTo>
                    <a:lnTo>
                      <a:pt x="214313" y="193605"/>
                    </a:lnTo>
                    <a:cubicBezTo>
                      <a:pt x="210321" y="197521"/>
                      <a:pt x="206329" y="202742"/>
                      <a:pt x="202337" y="207963"/>
                    </a:cubicBezTo>
                    <a:cubicBezTo>
                      <a:pt x="202337" y="207963"/>
                      <a:pt x="202337" y="207963"/>
                      <a:pt x="169069" y="190994"/>
                    </a:cubicBezTo>
                    <a:cubicBezTo>
                      <a:pt x="169069" y="190994"/>
                      <a:pt x="169069" y="190994"/>
                      <a:pt x="135802" y="207963"/>
                    </a:cubicBezTo>
                    <a:cubicBezTo>
                      <a:pt x="131809" y="202742"/>
                      <a:pt x="127817" y="197521"/>
                      <a:pt x="123825" y="193605"/>
                    </a:cubicBezTo>
                    <a:cubicBezTo>
                      <a:pt x="123825" y="193605"/>
                      <a:pt x="123825" y="193605"/>
                      <a:pt x="159754" y="175331"/>
                    </a:cubicBezTo>
                    <a:cubicBezTo>
                      <a:pt x="159754" y="175331"/>
                      <a:pt x="159754" y="175331"/>
                      <a:pt x="159754" y="149225"/>
                    </a:cubicBezTo>
                    <a:close/>
                    <a:moveTo>
                      <a:pt x="154175" y="88900"/>
                    </a:moveTo>
                    <a:cubicBezTo>
                      <a:pt x="154175" y="88900"/>
                      <a:pt x="154175" y="88900"/>
                      <a:pt x="165941" y="95394"/>
                    </a:cubicBezTo>
                    <a:cubicBezTo>
                      <a:pt x="168556" y="95394"/>
                      <a:pt x="171171" y="95394"/>
                      <a:pt x="173785" y="95394"/>
                    </a:cubicBezTo>
                    <a:cubicBezTo>
                      <a:pt x="173785" y="95394"/>
                      <a:pt x="173785" y="95394"/>
                      <a:pt x="185551" y="88900"/>
                    </a:cubicBezTo>
                    <a:lnTo>
                      <a:pt x="188166" y="90199"/>
                    </a:lnTo>
                    <a:cubicBezTo>
                      <a:pt x="190781" y="90199"/>
                      <a:pt x="192088" y="92797"/>
                      <a:pt x="192088" y="96693"/>
                    </a:cubicBezTo>
                    <a:cubicBezTo>
                      <a:pt x="192088" y="96693"/>
                      <a:pt x="192088" y="96693"/>
                      <a:pt x="192088" y="126567"/>
                    </a:cubicBezTo>
                    <a:cubicBezTo>
                      <a:pt x="185551" y="129165"/>
                      <a:pt x="177707" y="131763"/>
                      <a:pt x="169863" y="131763"/>
                    </a:cubicBezTo>
                    <a:cubicBezTo>
                      <a:pt x="162019" y="131763"/>
                      <a:pt x="154175" y="129165"/>
                      <a:pt x="147638" y="126567"/>
                    </a:cubicBezTo>
                    <a:cubicBezTo>
                      <a:pt x="147638" y="126567"/>
                      <a:pt x="147638" y="126567"/>
                      <a:pt x="147638" y="96693"/>
                    </a:cubicBezTo>
                    <a:cubicBezTo>
                      <a:pt x="147638" y="92797"/>
                      <a:pt x="148946" y="90199"/>
                      <a:pt x="151560" y="90199"/>
                    </a:cubicBezTo>
                    <a:cubicBezTo>
                      <a:pt x="151560" y="90199"/>
                      <a:pt x="151560" y="90199"/>
                      <a:pt x="154175" y="88900"/>
                    </a:cubicBezTo>
                    <a:close/>
                    <a:moveTo>
                      <a:pt x="169069" y="26988"/>
                    </a:moveTo>
                    <a:cubicBezTo>
                      <a:pt x="174768" y="26988"/>
                      <a:pt x="179388" y="31252"/>
                      <a:pt x="179388" y="36513"/>
                    </a:cubicBezTo>
                    <a:cubicBezTo>
                      <a:pt x="179388" y="41774"/>
                      <a:pt x="174768" y="46038"/>
                      <a:pt x="169069" y="46038"/>
                    </a:cubicBezTo>
                    <a:cubicBezTo>
                      <a:pt x="163370" y="46038"/>
                      <a:pt x="158750" y="41774"/>
                      <a:pt x="158750" y="36513"/>
                    </a:cubicBezTo>
                    <a:cubicBezTo>
                      <a:pt x="158750" y="31252"/>
                      <a:pt x="163370" y="26988"/>
                      <a:pt x="169069" y="26988"/>
                    </a:cubicBezTo>
                    <a:close/>
                    <a:moveTo>
                      <a:pt x="169070" y="9525"/>
                    </a:moveTo>
                    <a:cubicBezTo>
                      <a:pt x="153726" y="9525"/>
                      <a:pt x="141288" y="21963"/>
                      <a:pt x="141288" y="37307"/>
                    </a:cubicBezTo>
                    <a:cubicBezTo>
                      <a:pt x="141288" y="52651"/>
                      <a:pt x="153726" y="65089"/>
                      <a:pt x="169070" y="65089"/>
                    </a:cubicBezTo>
                    <a:cubicBezTo>
                      <a:pt x="184414" y="65089"/>
                      <a:pt x="196852" y="52651"/>
                      <a:pt x="196852" y="37307"/>
                    </a:cubicBezTo>
                    <a:cubicBezTo>
                      <a:pt x="196852" y="21963"/>
                      <a:pt x="184414" y="9525"/>
                      <a:pt x="169070" y="9525"/>
                    </a:cubicBezTo>
                    <a:close/>
                    <a:moveTo>
                      <a:pt x="169070" y="0"/>
                    </a:moveTo>
                    <a:cubicBezTo>
                      <a:pt x="204646" y="0"/>
                      <a:pt x="234951" y="29039"/>
                      <a:pt x="234951" y="65997"/>
                    </a:cubicBezTo>
                    <a:cubicBezTo>
                      <a:pt x="234951" y="87116"/>
                      <a:pt x="224410" y="105595"/>
                      <a:pt x="209916" y="117475"/>
                    </a:cubicBezTo>
                    <a:cubicBezTo>
                      <a:pt x="209916" y="117475"/>
                      <a:pt x="209916" y="117475"/>
                      <a:pt x="209916" y="96356"/>
                    </a:cubicBezTo>
                    <a:cubicBezTo>
                      <a:pt x="209916" y="85796"/>
                      <a:pt x="203328" y="75237"/>
                      <a:pt x="192787" y="72597"/>
                    </a:cubicBezTo>
                    <a:cubicBezTo>
                      <a:pt x="192787" y="72597"/>
                      <a:pt x="187517" y="71277"/>
                      <a:pt x="187517" y="71277"/>
                    </a:cubicBezTo>
                    <a:cubicBezTo>
                      <a:pt x="184881" y="69957"/>
                      <a:pt x="182246" y="69957"/>
                      <a:pt x="180928" y="71277"/>
                    </a:cubicBezTo>
                    <a:cubicBezTo>
                      <a:pt x="180928" y="71277"/>
                      <a:pt x="180928" y="71277"/>
                      <a:pt x="169070" y="76557"/>
                    </a:cubicBezTo>
                    <a:cubicBezTo>
                      <a:pt x="169070" y="76557"/>
                      <a:pt x="169070" y="76557"/>
                      <a:pt x="157211" y="71277"/>
                    </a:cubicBezTo>
                    <a:cubicBezTo>
                      <a:pt x="155893" y="69957"/>
                      <a:pt x="153258" y="69957"/>
                      <a:pt x="150623" y="71277"/>
                    </a:cubicBezTo>
                    <a:cubicBezTo>
                      <a:pt x="150623" y="71277"/>
                      <a:pt x="145352" y="72597"/>
                      <a:pt x="145352" y="72597"/>
                    </a:cubicBezTo>
                    <a:cubicBezTo>
                      <a:pt x="134811" y="75237"/>
                      <a:pt x="128223" y="85796"/>
                      <a:pt x="128223" y="96356"/>
                    </a:cubicBezTo>
                    <a:cubicBezTo>
                      <a:pt x="128223" y="96356"/>
                      <a:pt x="128223" y="96356"/>
                      <a:pt x="128223" y="117475"/>
                    </a:cubicBezTo>
                    <a:cubicBezTo>
                      <a:pt x="113729" y="105595"/>
                      <a:pt x="103188" y="87116"/>
                      <a:pt x="103188" y="65997"/>
                    </a:cubicBezTo>
                    <a:cubicBezTo>
                      <a:pt x="103188" y="29039"/>
                      <a:pt x="133494" y="0"/>
                      <a:pt x="16907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cs typeface="+mn-ea"/>
                  <a:sym typeface="Calibri" panose="020F0502020204030204" pitchFamily="34" charset="0"/>
                </a:endParaRPr>
              </a:p>
            </p:txBody>
          </p:sp>
          <p:sp>
            <p:nvSpPr>
              <p:cNvPr id="8" name="椭圆 47"/>
              <p:cNvSpPr/>
              <p:nvPr/>
            </p:nvSpPr>
            <p:spPr>
              <a:xfrm>
                <a:off x="5275886" y="4485551"/>
                <a:ext cx="474840" cy="474840"/>
              </a:xfrm>
              <a:custGeom>
                <a:avLst/>
                <a:gdLst>
                  <a:gd name="connsiteX0" fmla="*/ 157638 w 338138"/>
                  <a:gd name="connsiteY0" fmla="*/ 144463 h 338138"/>
                  <a:gd name="connsiteX1" fmla="*/ 165544 w 338138"/>
                  <a:gd name="connsiteY1" fmla="*/ 148443 h 338138"/>
                  <a:gd name="connsiteX2" fmla="*/ 249865 w 338138"/>
                  <a:gd name="connsiteY2" fmla="*/ 233341 h 338138"/>
                  <a:gd name="connsiteX3" fmla="*/ 280167 w 338138"/>
                  <a:gd name="connsiteY3" fmla="*/ 232015 h 338138"/>
                  <a:gd name="connsiteX4" fmla="*/ 286755 w 338138"/>
                  <a:gd name="connsiteY4" fmla="*/ 234668 h 338138"/>
                  <a:gd name="connsiteX5" fmla="*/ 335503 w 338138"/>
                  <a:gd name="connsiteY5" fmla="*/ 283750 h 338138"/>
                  <a:gd name="connsiteX6" fmla="*/ 338138 w 338138"/>
                  <a:gd name="connsiteY6" fmla="*/ 293036 h 338138"/>
                  <a:gd name="connsiteX7" fmla="*/ 330233 w 338138"/>
                  <a:gd name="connsiteY7" fmla="*/ 298342 h 338138"/>
                  <a:gd name="connsiteX8" fmla="*/ 311788 w 338138"/>
                  <a:gd name="connsiteY8" fmla="*/ 303648 h 338138"/>
                  <a:gd name="connsiteX9" fmla="*/ 303883 w 338138"/>
                  <a:gd name="connsiteY9" fmla="*/ 310281 h 338138"/>
                  <a:gd name="connsiteX10" fmla="*/ 299930 w 338138"/>
                  <a:gd name="connsiteY10" fmla="*/ 331505 h 338138"/>
                  <a:gd name="connsiteX11" fmla="*/ 293343 w 338138"/>
                  <a:gd name="connsiteY11" fmla="*/ 338138 h 338138"/>
                  <a:gd name="connsiteX12" fmla="*/ 290708 w 338138"/>
                  <a:gd name="connsiteY12" fmla="*/ 338138 h 338138"/>
                  <a:gd name="connsiteX13" fmla="*/ 284120 w 338138"/>
                  <a:gd name="connsiteY13" fmla="*/ 335485 h 338138"/>
                  <a:gd name="connsiteX14" fmla="*/ 235372 w 338138"/>
                  <a:gd name="connsiteY14" fmla="*/ 286403 h 338138"/>
                  <a:gd name="connsiteX15" fmla="*/ 232737 w 338138"/>
                  <a:gd name="connsiteY15" fmla="*/ 279770 h 338138"/>
                  <a:gd name="connsiteX16" fmla="*/ 234054 w 338138"/>
                  <a:gd name="connsiteY16" fmla="*/ 249260 h 338138"/>
                  <a:gd name="connsiteX17" fmla="*/ 149733 w 338138"/>
                  <a:gd name="connsiteY17" fmla="*/ 164361 h 338138"/>
                  <a:gd name="connsiteX18" fmla="*/ 149733 w 338138"/>
                  <a:gd name="connsiteY18" fmla="*/ 148443 h 338138"/>
                  <a:gd name="connsiteX19" fmla="*/ 157638 w 338138"/>
                  <a:gd name="connsiteY19" fmla="*/ 144463 h 338138"/>
                  <a:gd name="connsiteX20" fmla="*/ 145922 w 338138"/>
                  <a:gd name="connsiteY20" fmla="*/ 120650 h 338138"/>
                  <a:gd name="connsiteX21" fmla="*/ 169863 w 338138"/>
                  <a:gd name="connsiteY21" fmla="*/ 137383 h 338138"/>
                  <a:gd name="connsiteX22" fmla="*/ 157893 w 338138"/>
                  <a:gd name="connsiteY22" fmla="*/ 133522 h 338138"/>
                  <a:gd name="connsiteX23" fmla="*/ 141931 w 338138"/>
                  <a:gd name="connsiteY23" fmla="*/ 141245 h 338138"/>
                  <a:gd name="connsiteX24" fmla="*/ 137941 w 338138"/>
                  <a:gd name="connsiteY24" fmla="*/ 168275 h 338138"/>
                  <a:gd name="connsiteX25" fmla="*/ 120650 w 338138"/>
                  <a:gd name="connsiteY25" fmla="*/ 145106 h 338138"/>
                  <a:gd name="connsiteX26" fmla="*/ 145922 w 338138"/>
                  <a:gd name="connsiteY26" fmla="*/ 120650 h 338138"/>
                  <a:gd name="connsiteX27" fmla="*/ 146051 w 338138"/>
                  <a:gd name="connsiteY27" fmla="*/ 60325 h 338138"/>
                  <a:gd name="connsiteX28" fmla="*/ 230188 w 338138"/>
                  <a:gd name="connsiteY28" fmla="*/ 145257 h 338138"/>
                  <a:gd name="connsiteX29" fmla="*/ 219671 w 338138"/>
                  <a:gd name="connsiteY29" fmla="*/ 186395 h 338138"/>
                  <a:gd name="connsiteX30" fmla="*/ 193378 w 338138"/>
                  <a:gd name="connsiteY30" fmla="*/ 161181 h 338138"/>
                  <a:gd name="connsiteX31" fmla="*/ 196007 w 338138"/>
                  <a:gd name="connsiteY31" fmla="*/ 145257 h 338138"/>
                  <a:gd name="connsiteX32" fmla="*/ 146051 w 338138"/>
                  <a:gd name="connsiteY32" fmla="*/ 94828 h 338138"/>
                  <a:gd name="connsiteX33" fmla="*/ 96094 w 338138"/>
                  <a:gd name="connsiteY33" fmla="*/ 145257 h 338138"/>
                  <a:gd name="connsiteX34" fmla="*/ 146051 w 338138"/>
                  <a:gd name="connsiteY34" fmla="*/ 195685 h 338138"/>
                  <a:gd name="connsiteX35" fmla="*/ 161827 w 338138"/>
                  <a:gd name="connsiteY35" fmla="*/ 193031 h 338138"/>
                  <a:gd name="connsiteX36" fmla="*/ 188119 w 338138"/>
                  <a:gd name="connsiteY36" fmla="*/ 219572 h 338138"/>
                  <a:gd name="connsiteX37" fmla="*/ 146051 w 338138"/>
                  <a:gd name="connsiteY37" fmla="*/ 230188 h 338138"/>
                  <a:gd name="connsiteX38" fmla="*/ 61913 w 338138"/>
                  <a:gd name="connsiteY38" fmla="*/ 145257 h 338138"/>
                  <a:gd name="connsiteX39" fmla="*/ 146051 w 338138"/>
                  <a:gd name="connsiteY39" fmla="*/ 60325 h 338138"/>
                  <a:gd name="connsiteX40" fmla="*/ 145257 w 338138"/>
                  <a:gd name="connsiteY40" fmla="*/ 0 h 338138"/>
                  <a:gd name="connsiteX41" fmla="*/ 290513 w 338138"/>
                  <a:gd name="connsiteY41" fmla="*/ 145257 h 338138"/>
                  <a:gd name="connsiteX42" fmla="*/ 269385 w 338138"/>
                  <a:gd name="connsiteY42" fmla="*/ 221846 h 338138"/>
                  <a:gd name="connsiteX43" fmla="*/ 254859 w 338138"/>
                  <a:gd name="connsiteY43" fmla="*/ 221846 h 338138"/>
                  <a:gd name="connsiteX44" fmla="*/ 239013 w 338138"/>
                  <a:gd name="connsiteY44" fmla="*/ 206000 h 338138"/>
                  <a:gd name="connsiteX45" fmla="*/ 256180 w 338138"/>
                  <a:gd name="connsiteY45" fmla="*/ 145257 h 338138"/>
                  <a:gd name="connsiteX46" fmla="*/ 145257 w 338138"/>
                  <a:gd name="connsiteY46" fmla="*/ 34333 h 338138"/>
                  <a:gd name="connsiteX47" fmla="*/ 34333 w 338138"/>
                  <a:gd name="connsiteY47" fmla="*/ 145257 h 338138"/>
                  <a:gd name="connsiteX48" fmla="*/ 145257 w 338138"/>
                  <a:gd name="connsiteY48" fmla="*/ 256180 h 338138"/>
                  <a:gd name="connsiteX49" fmla="*/ 206000 w 338138"/>
                  <a:gd name="connsiteY49" fmla="*/ 239013 h 338138"/>
                  <a:gd name="connsiteX50" fmla="*/ 221847 w 338138"/>
                  <a:gd name="connsiteY50" fmla="*/ 254859 h 338138"/>
                  <a:gd name="connsiteX51" fmla="*/ 221847 w 338138"/>
                  <a:gd name="connsiteY51" fmla="*/ 269385 h 338138"/>
                  <a:gd name="connsiteX52" fmla="*/ 145257 w 338138"/>
                  <a:gd name="connsiteY52" fmla="*/ 290513 h 338138"/>
                  <a:gd name="connsiteX53" fmla="*/ 0 w 338138"/>
                  <a:gd name="connsiteY53" fmla="*/ 145257 h 338138"/>
                  <a:gd name="connsiteX54" fmla="*/ 145257 w 338138"/>
                  <a:gd name="connsiteY54" fmla="*/ 0 h 338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</a:cxnLst>
                <a:rect l="l" t="t" r="r" b="b"/>
                <a:pathLst>
                  <a:path w="338138" h="338138">
                    <a:moveTo>
                      <a:pt x="157638" y="144463"/>
                    </a:moveTo>
                    <a:cubicBezTo>
                      <a:pt x="160273" y="144463"/>
                      <a:pt x="162908" y="145790"/>
                      <a:pt x="165544" y="148443"/>
                    </a:cubicBezTo>
                    <a:cubicBezTo>
                      <a:pt x="165544" y="148443"/>
                      <a:pt x="165544" y="148443"/>
                      <a:pt x="249865" y="233341"/>
                    </a:cubicBezTo>
                    <a:cubicBezTo>
                      <a:pt x="249865" y="233341"/>
                      <a:pt x="249865" y="233341"/>
                      <a:pt x="280167" y="232015"/>
                    </a:cubicBezTo>
                    <a:cubicBezTo>
                      <a:pt x="282803" y="232015"/>
                      <a:pt x="285438" y="233341"/>
                      <a:pt x="286755" y="234668"/>
                    </a:cubicBezTo>
                    <a:cubicBezTo>
                      <a:pt x="286755" y="234668"/>
                      <a:pt x="286755" y="234668"/>
                      <a:pt x="335503" y="283750"/>
                    </a:cubicBezTo>
                    <a:cubicBezTo>
                      <a:pt x="338138" y="286403"/>
                      <a:pt x="338138" y="289056"/>
                      <a:pt x="338138" y="293036"/>
                    </a:cubicBezTo>
                    <a:cubicBezTo>
                      <a:pt x="336821" y="295689"/>
                      <a:pt x="334186" y="298342"/>
                      <a:pt x="330233" y="298342"/>
                    </a:cubicBezTo>
                    <a:cubicBezTo>
                      <a:pt x="330233" y="298342"/>
                      <a:pt x="330233" y="298342"/>
                      <a:pt x="311788" y="303648"/>
                    </a:cubicBezTo>
                    <a:cubicBezTo>
                      <a:pt x="307835" y="303648"/>
                      <a:pt x="305200" y="306301"/>
                      <a:pt x="303883" y="310281"/>
                    </a:cubicBezTo>
                    <a:cubicBezTo>
                      <a:pt x="303883" y="310281"/>
                      <a:pt x="303883" y="310281"/>
                      <a:pt x="299930" y="331505"/>
                    </a:cubicBezTo>
                    <a:cubicBezTo>
                      <a:pt x="298613" y="334158"/>
                      <a:pt x="295978" y="336812"/>
                      <a:pt x="293343" y="338138"/>
                    </a:cubicBezTo>
                    <a:cubicBezTo>
                      <a:pt x="292025" y="338138"/>
                      <a:pt x="292025" y="338138"/>
                      <a:pt x="290708" y="338138"/>
                    </a:cubicBezTo>
                    <a:cubicBezTo>
                      <a:pt x="288073" y="338138"/>
                      <a:pt x="285438" y="336812"/>
                      <a:pt x="284120" y="335485"/>
                    </a:cubicBezTo>
                    <a:cubicBezTo>
                      <a:pt x="284120" y="335485"/>
                      <a:pt x="284120" y="335485"/>
                      <a:pt x="235372" y="286403"/>
                    </a:cubicBezTo>
                    <a:cubicBezTo>
                      <a:pt x="232737" y="283750"/>
                      <a:pt x="232737" y="281097"/>
                      <a:pt x="232737" y="279770"/>
                    </a:cubicBezTo>
                    <a:cubicBezTo>
                      <a:pt x="232737" y="279770"/>
                      <a:pt x="232737" y="279770"/>
                      <a:pt x="234054" y="249260"/>
                    </a:cubicBezTo>
                    <a:cubicBezTo>
                      <a:pt x="234054" y="249260"/>
                      <a:pt x="234054" y="249260"/>
                      <a:pt x="149733" y="164361"/>
                    </a:cubicBezTo>
                    <a:cubicBezTo>
                      <a:pt x="144463" y="159055"/>
                      <a:pt x="144463" y="152422"/>
                      <a:pt x="149733" y="148443"/>
                    </a:cubicBezTo>
                    <a:cubicBezTo>
                      <a:pt x="151051" y="145790"/>
                      <a:pt x="155003" y="144463"/>
                      <a:pt x="157638" y="144463"/>
                    </a:cubicBezTo>
                    <a:close/>
                    <a:moveTo>
                      <a:pt x="145922" y="120650"/>
                    </a:moveTo>
                    <a:cubicBezTo>
                      <a:pt x="157893" y="120650"/>
                      <a:pt x="167203" y="128373"/>
                      <a:pt x="169863" y="137383"/>
                    </a:cubicBezTo>
                    <a:cubicBezTo>
                      <a:pt x="167203" y="134809"/>
                      <a:pt x="161883" y="133522"/>
                      <a:pt x="157893" y="133522"/>
                    </a:cubicBezTo>
                    <a:cubicBezTo>
                      <a:pt x="151242" y="133522"/>
                      <a:pt x="145922" y="136096"/>
                      <a:pt x="141931" y="141245"/>
                    </a:cubicBezTo>
                    <a:cubicBezTo>
                      <a:pt x="133951" y="147680"/>
                      <a:pt x="132620" y="160552"/>
                      <a:pt x="137941" y="168275"/>
                    </a:cubicBezTo>
                    <a:cubicBezTo>
                      <a:pt x="128630" y="165701"/>
                      <a:pt x="120650" y="156691"/>
                      <a:pt x="120650" y="145106"/>
                    </a:cubicBezTo>
                    <a:cubicBezTo>
                      <a:pt x="120650" y="132234"/>
                      <a:pt x="132620" y="120650"/>
                      <a:pt x="145922" y="120650"/>
                    </a:cubicBezTo>
                    <a:close/>
                    <a:moveTo>
                      <a:pt x="146051" y="60325"/>
                    </a:moveTo>
                    <a:cubicBezTo>
                      <a:pt x="192063" y="60325"/>
                      <a:pt x="230188" y="98810"/>
                      <a:pt x="230188" y="145257"/>
                    </a:cubicBezTo>
                    <a:cubicBezTo>
                      <a:pt x="230188" y="159854"/>
                      <a:pt x="226244" y="174452"/>
                      <a:pt x="219671" y="186395"/>
                    </a:cubicBezTo>
                    <a:lnTo>
                      <a:pt x="193378" y="161181"/>
                    </a:lnTo>
                    <a:cubicBezTo>
                      <a:pt x="196007" y="155873"/>
                      <a:pt x="196007" y="150565"/>
                      <a:pt x="196007" y="145257"/>
                    </a:cubicBezTo>
                    <a:cubicBezTo>
                      <a:pt x="196007" y="117388"/>
                      <a:pt x="173658" y="94828"/>
                      <a:pt x="146051" y="94828"/>
                    </a:cubicBezTo>
                    <a:cubicBezTo>
                      <a:pt x="118443" y="94828"/>
                      <a:pt x="96094" y="117388"/>
                      <a:pt x="96094" y="145257"/>
                    </a:cubicBezTo>
                    <a:cubicBezTo>
                      <a:pt x="96094" y="173125"/>
                      <a:pt x="118443" y="195685"/>
                      <a:pt x="146051" y="195685"/>
                    </a:cubicBezTo>
                    <a:cubicBezTo>
                      <a:pt x="151309" y="195685"/>
                      <a:pt x="156568" y="194358"/>
                      <a:pt x="161827" y="193031"/>
                    </a:cubicBezTo>
                    <a:cubicBezTo>
                      <a:pt x="161827" y="193031"/>
                      <a:pt x="161827" y="193031"/>
                      <a:pt x="188119" y="219572"/>
                    </a:cubicBezTo>
                    <a:cubicBezTo>
                      <a:pt x="174973" y="226207"/>
                      <a:pt x="161827" y="230188"/>
                      <a:pt x="146051" y="230188"/>
                    </a:cubicBezTo>
                    <a:cubicBezTo>
                      <a:pt x="100038" y="230188"/>
                      <a:pt x="61913" y="191703"/>
                      <a:pt x="61913" y="145257"/>
                    </a:cubicBezTo>
                    <a:cubicBezTo>
                      <a:pt x="61913" y="98810"/>
                      <a:pt x="100038" y="60325"/>
                      <a:pt x="146051" y="60325"/>
                    </a:cubicBezTo>
                    <a:close/>
                    <a:moveTo>
                      <a:pt x="145257" y="0"/>
                    </a:moveTo>
                    <a:cubicBezTo>
                      <a:pt x="225808" y="0"/>
                      <a:pt x="290513" y="64705"/>
                      <a:pt x="290513" y="145257"/>
                    </a:cubicBezTo>
                    <a:cubicBezTo>
                      <a:pt x="290513" y="172987"/>
                      <a:pt x="282590" y="199398"/>
                      <a:pt x="269385" y="221846"/>
                    </a:cubicBezTo>
                    <a:cubicBezTo>
                      <a:pt x="269385" y="221846"/>
                      <a:pt x="269385" y="221846"/>
                      <a:pt x="254859" y="221846"/>
                    </a:cubicBezTo>
                    <a:cubicBezTo>
                      <a:pt x="254859" y="221846"/>
                      <a:pt x="254859" y="221846"/>
                      <a:pt x="239013" y="206000"/>
                    </a:cubicBezTo>
                    <a:cubicBezTo>
                      <a:pt x="249577" y="188833"/>
                      <a:pt x="256180" y="167705"/>
                      <a:pt x="256180" y="145257"/>
                    </a:cubicBezTo>
                    <a:cubicBezTo>
                      <a:pt x="256180" y="84513"/>
                      <a:pt x="207321" y="34333"/>
                      <a:pt x="145257" y="34333"/>
                    </a:cubicBezTo>
                    <a:cubicBezTo>
                      <a:pt x="84513" y="34333"/>
                      <a:pt x="34333" y="84513"/>
                      <a:pt x="34333" y="145257"/>
                    </a:cubicBezTo>
                    <a:cubicBezTo>
                      <a:pt x="34333" y="207321"/>
                      <a:pt x="84513" y="256180"/>
                      <a:pt x="145257" y="256180"/>
                    </a:cubicBezTo>
                    <a:cubicBezTo>
                      <a:pt x="167705" y="256180"/>
                      <a:pt x="188834" y="249577"/>
                      <a:pt x="206000" y="239013"/>
                    </a:cubicBezTo>
                    <a:cubicBezTo>
                      <a:pt x="206000" y="239013"/>
                      <a:pt x="206000" y="239013"/>
                      <a:pt x="221847" y="254859"/>
                    </a:cubicBezTo>
                    <a:cubicBezTo>
                      <a:pt x="221847" y="254859"/>
                      <a:pt x="221847" y="254859"/>
                      <a:pt x="221847" y="269385"/>
                    </a:cubicBezTo>
                    <a:cubicBezTo>
                      <a:pt x="199398" y="282590"/>
                      <a:pt x="172988" y="290513"/>
                      <a:pt x="145257" y="290513"/>
                    </a:cubicBezTo>
                    <a:cubicBezTo>
                      <a:pt x="64705" y="290513"/>
                      <a:pt x="0" y="225808"/>
                      <a:pt x="0" y="145257"/>
                    </a:cubicBezTo>
                    <a:cubicBezTo>
                      <a:pt x="0" y="64705"/>
                      <a:pt x="64705" y="0"/>
                      <a:pt x="145257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cs typeface="+mn-ea"/>
                  <a:sym typeface="Calibri" panose="020F0502020204030204" pitchFamily="34" charset="0"/>
                </a:endParaRPr>
              </a:p>
            </p:txBody>
          </p:sp>
        </p:grpSp>
        <p:sp>
          <p:nvSpPr>
            <p:cNvPr id="15" name="矩形 14"/>
            <p:cNvSpPr/>
            <p:nvPr/>
          </p:nvSpPr>
          <p:spPr>
            <a:xfrm>
              <a:off x="5477579" y="3014705"/>
              <a:ext cx="840971" cy="721608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dist">
                <a:lnSpc>
                  <a:spcPct val="200000"/>
                </a:lnSpc>
              </a:pPr>
              <a:r>
                <a:rPr lang="zh-CN" altLang="en-US" sz="2400" b="1" dirty="0">
                  <a:latin typeface="Calibri" panose="020F0502020204030204" pitchFamily="34" charset="0"/>
                  <a:cs typeface="+mn-ea"/>
                  <a:sym typeface="Calibri" panose="020F0502020204030204" pitchFamily="34" charset="0"/>
                </a:rPr>
                <a:t>简介</a:t>
              </a:r>
              <a:endParaRPr lang="en-US" altLang="zh-CN" sz="1600" b="1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endParaRPr>
            </a:p>
          </p:txBody>
        </p:sp>
      </p:grpSp>
      <p:sp>
        <p:nvSpPr>
          <p:cNvPr id="16" name="矩形 15"/>
          <p:cNvSpPr/>
          <p:nvPr/>
        </p:nvSpPr>
        <p:spPr>
          <a:xfrm>
            <a:off x="507511" y="1702722"/>
            <a:ext cx="3602715" cy="120032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我叫陈进忠，是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届毕业生，在校主修电子信息工程专业，对嵌入式及单片机开发有浓厚的兴趣。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68007" y="4551321"/>
            <a:ext cx="3315875" cy="120032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月中旬来到公司入职，至此已经工作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个月，对公司的软件开发模式以及项目流程有一个总体认知。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7516008" y="4619810"/>
            <a:ext cx="4125448" cy="92333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在未来的工作中，我会以实际问题和项目为导向，充分发挥自身的主观能动性，提升自我能力，实现与公司的共赢。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TextBox 8"/>
          <p:cNvSpPr txBox="1"/>
          <p:nvPr/>
        </p:nvSpPr>
        <p:spPr>
          <a:xfrm>
            <a:off x="3216503" y="344104"/>
            <a:ext cx="2323973" cy="43088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zh-CN" altLang="en-US" sz="2800" b="1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个人简介</a:t>
            </a:r>
            <a:endParaRPr lang="zh-CN" altLang="en-US" sz="2800" b="1" dirty="0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24" name="iconfont-11790-5634312"/>
          <p:cNvSpPr>
            <a:spLocks noChangeAspect="1"/>
          </p:cNvSpPr>
          <p:nvPr/>
        </p:nvSpPr>
        <p:spPr bwMode="auto">
          <a:xfrm>
            <a:off x="2492371" y="182687"/>
            <a:ext cx="609525" cy="609685"/>
          </a:xfrm>
          <a:custGeom>
            <a:avLst/>
            <a:gdLst>
              <a:gd name="T0" fmla="*/ 3779 w 7964"/>
              <a:gd name="T1" fmla="*/ 2906 h 7964"/>
              <a:gd name="T2" fmla="*/ 2906 w 7964"/>
              <a:gd name="T3" fmla="*/ 3779 h 7964"/>
              <a:gd name="T4" fmla="*/ 3779 w 7964"/>
              <a:gd name="T5" fmla="*/ 4651 h 7964"/>
              <a:gd name="T6" fmla="*/ 4651 w 7964"/>
              <a:gd name="T7" fmla="*/ 3779 h 7964"/>
              <a:gd name="T8" fmla="*/ 3779 w 7964"/>
              <a:gd name="T9" fmla="*/ 2906 h 7964"/>
              <a:gd name="T10" fmla="*/ 4198 w 7964"/>
              <a:gd name="T11" fmla="*/ 3444 h 7964"/>
              <a:gd name="T12" fmla="*/ 3779 w 7964"/>
              <a:gd name="T13" fmla="*/ 3242 h 7964"/>
              <a:gd name="T14" fmla="*/ 3339 w 7964"/>
              <a:gd name="T15" fmla="*/ 3470 h 7964"/>
              <a:gd name="T16" fmla="*/ 3229 w 7964"/>
              <a:gd name="T17" fmla="*/ 3394 h 7964"/>
              <a:gd name="T18" fmla="*/ 3779 w 7964"/>
              <a:gd name="T19" fmla="*/ 3107 h 7964"/>
              <a:gd name="T20" fmla="*/ 4303 w 7964"/>
              <a:gd name="T21" fmla="*/ 3360 h 7964"/>
              <a:gd name="T22" fmla="*/ 4198 w 7964"/>
              <a:gd name="T23" fmla="*/ 3444 h 7964"/>
              <a:gd name="T24" fmla="*/ 7651 w 7964"/>
              <a:gd name="T25" fmla="*/ 2432 h 7964"/>
              <a:gd name="T26" fmla="*/ 6798 w 7964"/>
              <a:gd name="T27" fmla="*/ 1166 h 7964"/>
              <a:gd name="T28" fmla="*/ 5532 w 7964"/>
              <a:gd name="T29" fmla="*/ 313 h 7964"/>
              <a:gd name="T30" fmla="*/ 3982 w 7964"/>
              <a:gd name="T31" fmla="*/ 0 h 7964"/>
              <a:gd name="T32" fmla="*/ 2432 w 7964"/>
              <a:gd name="T33" fmla="*/ 313 h 7964"/>
              <a:gd name="T34" fmla="*/ 1166 w 7964"/>
              <a:gd name="T35" fmla="*/ 1166 h 7964"/>
              <a:gd name="T36" fmla="*/ 313 w 7964"/>
              <a:gd name="T37" fmla="*/ 2432 h 7964"/>
              <a:gd name="T38" fmla="*/ 0 w 7964"/>
              <a:gd name="T39" fmla="*/ 3982 h 7964"/>
              <a:gd name="T40" fmla="*/ 313 w 7964"/>
              <a:gd name="T41" fmla="*/ 5532 h 7964"/>
              <a:gd name="T42" fmla="*/ 1166 w 7964"/>
              <a:gd name="T43" fmla="*/ 6798 h 7964"/>
              <a:gd name="T44" fmla="*/ 2432 w 7964"/>
              <a:gd name="T45" fmla="*/ 7651 h 7964"/>
              <a:gd name="T46" fmla="*/ 3982 w 7964"/>
              <a:gd name="T47" fmla="*/ 7964 h 7964"/>
              <a:gd name="T48" fmla="*/ 5532 w 7964"/>
              <a:gd name="T49" fmla="*/ 7651 h 7964"/>
              <a:gd name="T50" fmla="*/ 6798 w 7964"/>
              <a:gd name="T51" fmla="*/ 6798 h 7964"/>
              <a:gd name="T52" fmla="*/ 7651 w 7964"/>
              <a:gd name="T53" fmla="*/ 5532 h 7964"/>
              <a:gd name="T54" fmla="*/ 7964 w 7964"/>
              <a:gd name="T55" fmla="*/ 3982 h 7964"/>
              <a:gd name="T56" fmla="*/ 7651 w 7964"/>
              <a:gd name="T57" fmla="*/ 2432 h 7964"/>
              <a:gd name="T58" fmla="*/ 5292 w 7964"/>
              <a:gd name="T59" fmla="*/ 5141 h 7964"/>
              <a:gd name="T60" fmla="*/ 5161 w 7964"/>
              <a:gd name="T61" fmla="*/ 5289 h 7964"/>
              <a:gd name="T62" fmla="*/ 4960 w 7964"/>
              <a:gd name="T63" fmla="*/ 5285 h 7964"/>
              <a:gd name="T64" fmla="*/ 4423 w 7964"/>
              <a:gd name="T65" fmla="*/ 4739 h 7964"/>
              <a:gd name="T66" fmla="*/ 4414 w 7964"/>
              <a:gd name="T67" fmla="*/ 4726 h 7964"/>
              <a:gd name="T68" fmla="*/ 3779 w 7964"/>
              <a:gd name="T69" fmla="*/ 4920 h 7964"/>
              <a:gd name="T70" fmla="*/ 2637 w 7964"/>
              <a:gd name="T71" fmla="*/ 3779 h 7964"/>
              <a:gd name="T72" fmla="*/ 3779 w 7964"/>
              <a:gd name="T73" fmla="*/ 2638 h 7964"/>
              <a:gd name="T74" fmla="*/ 4920 w 7964"/>
              <a:gd name="T75" fmla="*/ 3779 h 7964"/>
              <a:gd name="T76" fmla="*/ 4734 w 7964"/>
              <a:gd name="T77" fmla="*/ 4402 h 7964"/>
              <a:gd name="T78" fmla="*/ 4740 w 7964"/>
              <a:gd name="T79" fmla="*/ 4406 h 7964"/>
              <a:gd name="T80" fmla="*/ 5281 w 7964"/>
              <a:gd name="T81" fmla="*/ 4947 h 7964"/>
              <a:gd name="T82" fmla="*/ 5292 w 7964"/>
              <a:gd name="T83" fmla="*/ 5141 h 79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7964" h="7964">
                <a:moveTo>
                  <a:pt x="3779" y="2906"/>
                </a:moveTo>
                <a:cubicBezTo>
                  <a:pt x="3297" y="2906"/>
                  <a:pt x="2906" y="3297"/>
                  <a:pt x="2906" y="3779"/>
                </a:cubicBezTo>
                <a:cubicBezTo>
                  <a:pt x="2906" y="4260"/>
                  <a:pt x="3297" y="4651"/>
                  <a:pt x="3779" y="4651"/>
                </a:cubicBezTo>
                <a:cubicBezTo>
                  <a:pt x="4261" y="4651"/>
                  <a:pt x="4651" y="4260"/>
                  <a:pt x="4651" y="3779"/>
                </a:cubicBezTo>
                <a:cubicBezTo>
                  <a:pt x="4651" y="3297"/>
                  <a:pt x="4261" y="2906"/>
                  <a:pt x="3779" y="2906"/>
                </a:cubicBezTo>
                <a:close/>
                <a:moveTo>
                  <a:pt x="4198" y="3444"/>
                </a:moveTo>
                <a:cubicBezTo>
                  <a:pt x="4100" y="3321"/>
                  <a:pt x="3949" y="3242"/>
                  <a:pt x="3779" y="3242"/>
                </a:cubicBezTo>
                <a:cubicBezTo>
                  <a:pt x="3597" y="3242"/>
                  <a:pt x="3437" y="3332"/>
                  <a:pt x="3339" y="3470"/>
                </a:cubicBezTo>
                <a:lnTo>
                  <a:pt x="3229" y="3394"/>
                </a:lnTo>
                <a:cubicBezTo>
                  <a:pt x="3351" y="3221"/>
                  <a:pt x="3551" y="3107"/>
                  <a:pt x="3779" y="3107"/>
                </a:cubicBezTo>
                <a:cubicBezTo>
                  <a:pt x="3991" y="3107"/>
                  <a:pt x="4180" y="3206"/>
                  <a:pt x="4303" y="3360"/>
                </a:cubicBezTo>
                <a:lnTo>
                  <a:pt x="4198" y="3444"/>
                </a:lnTo>
                <a:close/>
                <a:moveTo>
                  <a:pt x="7651" y="2432"/>
                </a:moveTo>
                <a:cubicBezTo>
                  <a:pt x="7451" y="1958"/>
                  <a:pt x="7164" y="1532"/>
                  <a:pt x="6798" y="1166"/>
                </a:cubicBezTo>
                <a:cubicBezTo>
                  <a:pt x="6432" y="800"/>
                  <a:pt x="6006" y="513"/>
                  <a:pt x="5532" y="313"/>
                </a:cubicBezTo>
                <a:cubicBezTo>
                  <a:pt x="5041" y="105"/>
                  <a:pt x="4520" y="0"/>
                  <a:pt x="3982" y="0"/>
                </a:cubicBezTo>
                <a:cubicBezTo>
                  <a:pt x="3444" y="0"/>
                  <a:pt x="2923" y="105"/>
                  <a:pt x="2432" y="313"/>
                </a:cubicBezTo>
                <a:cubicBezTo>
                  <a:pt x="1958" y="513"/>
                  <a:pt x="1532" y="800"/>
                  <a:pt x="1166" y="1166"/>
                </a:cubicBezTo>
                <a:cubicBezTo>
                  <a:pt x="800" y="1532"/>
                  <a:pt x="513" y="1958"/>
                  <a:pt x="313" y="2432"/>
                </a:cubicBezTo>
                <a:cubicBezTo>
                  <a:pt x="105" y="2923"/>
                  <a:pt x="0" y="3444"/>
                  <a:pt x="0" y="3982"/>
                </a:cubicBezTo>
                <a:cubicBezTo>
                  <a:pt x="0" y="4520"/>
                  <a:pt x="105" y="5041"/>
                  <a:pt x="313" y="5532"/>
                </a:cubicBezTo>
                <a:cubicBezTo>
                  <a:pt x="513" y="6006"/>
                  <a:pt x="800" y="6432"/>
                  <a:pt x="1166" y="6798"/>
                </a:cubicBezTo>
                <a:cubicBezTo>
                  <a:pt x="1532" y="7164"/>
                  <a:pt x="1958" y="7451"/>
                  <a:pt x="2432" y="7651"/>
                </a:cubicBezTo>
                <a:cubicBezTo>
                  <a:pt x="2923" y="7859"/>
                  <a:pt x="3444" y="7964"/>
                  <a:pt x="3982" y="7964"/>
                </a:cubicBezTo>
                <a:cubicBezTo>
                  <a:pt x="4520" y="7964"/>
                  <a:pt x="5041" y="7859"/>
                  <a:pt x="5532" y="7651"/>
                </a:cubicBezTo>
                <a:cubicBezTo>
                  <a:pt x="6006" y="7451"/>
                  <a:pt x="6432" y="7164"/>
                  <a:pt x="6798" y="6798"/>
                </a:cubicBezTo>
                <a:cubicBezTo>
                  <a:pt x="7164" y="6432"/>
                  <a:pt x="7451" y="6006"/>
                  <a:pt x="7651" y="5532"/>
                </a:cubicBezTo>
                <a:cubicBezTo>
                  <a:pt x="7859" y="5041"/>
                  <a:pt x="7964" y="4520"/>
                  <a:pt x="7964" y="3982"/>
                </a:cubicBezTo>
                <a:cubicBezTo>
                  <a:pt x="7964" y="3444"/>
                  <a:pt x="7859" y="2923"/>
                  <a:pt x="7651" y="2432"/>
                </a:cubicBezTo>
                <a:close/>
                <a:moveTo>
                  <a:pt x="5292" y="5141"/>
                </a:moveTo>
                <a:lnTo>
                  <a:pt x="5161" y="5289"/>
                </a:lnTo>
                <a:cubicBezTo>
                  <a:pt x="5109" y="5342"/>
                  <a:pt x="5013" y="5337"/>
                  <a:pt x="4960" y="5285"/>
                </a:cubicBezTo>
                <a:lnTo>
                  <a:pt x="4423" y="4739"/>
                </a:lnTo>
                <a:cubicBezTo>
                  <a:pt x="4419" y="4736"/>
                  <a:pt x="4417" y="4730"/>
                  <a:pt x="4414" y="4726"/>
                </a:cubicBezTo>
                <a:cubicBezTo>
                  <a:pt x="4232" y="4848"/>
                  <a:pt x="4014" y="4920"/>
                  <a:pt x="3779" y="4920"/>
                </a:cubicBezTo>
                <a:cubicBezTo>
                  <a:pt x="3148" y="4920"/>
                  <a:pt x="2637" y="4409"/>
                  <a:pt x="2637" y="3779"/>
                </a:cubicBezTo>
                <a:cubicBezTo>
                  <a:pt x="2637" y="3148"/>
                  <a:pt x="3148" y="2638"/>
                  <a:pt x="3779" y="2638"/>
                </a:cubicBezTo>
                <a:cubicBezTo>
                  <a:pt x="4409" y="2638"/>
                  <a:pt x="4920" y="3148"/>
                  <a:pt x="4920" y="3779"/>
                </a:cubicBezTo>
                <a:cubicBezTo>
                  <a:pt x="4920" y="4009"/>
                  <a:pt x="4851" y="4223"/>
                  <a:pt x="4734" y="4402"/>
                </a:cubicBezTo>
                <a:cubicBezTo>
                  <a:pt x="4736" y="4404"/>
                  <a:pt x="4738" y="4404"/>
                  <a:pt x="4740" y="4406"/>
                </a:cubicBezTo>
                <a:lnTo>
                  <a:pt x="5281" y="4947"/>
                </a:lnTo>
                <a:cubicBezTo>
                  <a:pt x="5334" y="5000"/>
                  <a:pt x="5345" y="5089"/>
                  <a:pt x="5292" y="514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7227063" y="1841221"/>
            <a:ext cx="4414393" cy="92202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目前的职位是软件工程师，现阶段主要是学习主驱、辅驱电机控制器、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VCU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整车控制器。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566" y="140834"/>
            <a:ext cx="2158091" cy="787173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20" grpId="0"/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5"/>
          <p:cNvSpPr>
            <a:spLocks noChangeAspect="1"/>
          </p:cNvSpPr>
          <p:nvPr/>
        </p:nvSpPr>
        <p:spPr>
          <a:xfrm>
            <a:off x="573578" y="2038847"/>
            <a:ext cx="4521749" cy="2645110"/>
          </a:xfrm>
          <a:prstGeom prst="roundRect">
            <a:avLst/>
          </a:prstGeom>
          <a:blipFill dpi="0" rotWithShape="1">
            <a:blip r:embed="rId1" cstate="print"/>
            <a:srcRect/>
            <a:stretch>
              <a:fillRect/>
            </a:stretch>
          </a:blipFill>
          <a:ln w="635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0" b="1" dirty="0">
                <a:solidFill>
                  <a:schemeClr val="tx1"/>
                </a:solidFill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PART 02</a:t>
            </a:r>
            <a:endParaRPr lang="zh-CN" altLang="en-US" sz="6000" b="1" dirty="0">
              <a:solidFill>
                <a:schemeClr val="tx1"/>
              </a:solidFill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7" name="任意多边形 57"/>
          <p:cNvSpPr>
            <a:spLocks noChangeAspect="1"/>
          </p:cNvSpPr>
          <p:nvPr/>
        </p:nvSpPr>
        <p:spPr>
          <a:xfrm>
            <a:off x="5547630" y="2044228"/>
            <a:ext cx="6080490" cy="2639729"/>
          </a:xfrm>
          <a:prstGeom prst="roundRect">
            <a:avLst/>
          </a:prstGeom>
          <a:solidFill>
            <a:schemeClr val="accent5"/>
          </a:solidFill>
          <a:ln w="635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6000" b="1" spc="1200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试用期培训与学习情况</a:t>
            </a:r>
            <a:endParaRPr lang="zh-CN" altLang="en-US" sz="6000" b="1" spc="1200" dirty="0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566" y="140834"/>
            <a:ext cx="2158091" cy="78717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7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79 Forma libre"/>
          <p:cNvSpPr/>
          <p:nvPr/>
        </p:nvSpPr>
        <p:spPr bwMode="auto">
          <a:xfrm>
            <a:off x="3738880" y="3002276"/>
            <a:ext cx="1025525" cy="635635"/>
          </a:xfrm>
          <a:custGeom>
            <a:avLst/>
            <a:gdLst>
              <a:gd name="connsiteX0" fmla="*/ 1135857 w 1135857"/>
              <a:gd name="connsiteY0" fmla="*/ 514350 h 514350"/>
              <a:gd name="connsiteX1" fmla="*/ 678657 w 1135857"/>
              <a:gd name="connsiteY1" fmla="*/ 2381 h 514350"/>
              <a:gd name="connsiteX2" fmla="*/ 0 w 1135857"/>
              <a:gd name="connsiteY2" fmla="*/ 2381 h 514350"/>
              <a:gd name="connsiteX3" fmla="*/ 0 w 1135857"/>
              <a:gd name="connsiteY3" fmla="*/ 0 h 514350"/>
              <a:gd name="connsiteX0-1" fmla="*/ 1212057 w 1212057"/>
              <a:gd name="connsiteY0-2" fmla="*/ 623888 h 623888"/>
              <a:gd name="connsiteX1-3" fmla="*/ 754857 w 1212057"/>
              <a:gd name="connsiteY1-4" fmla="*/ 111919 h 623888"/>
              <a:gd name="connsiteX2-5" fmla="*/ 76200 w 1212057"/>
              <a:gd name="connsiteY2-6" fmla="*/ 111919 h 623888"/>
              <a:gd name="connsiteX3-7" fmla="*/ 0 w 1212057"/>
              <a:gd name="connsiteY3-8" fmla="*/ 0 h 623888"/>
              <a:gd name="connsiteX0-9" fmla="*/ 1135857 w 1135857"/>
              <a:gd name="connsiteY0-10" fmla="*/ 511969 h 511969"/>
              <a:gd name="connsiteX1-11" fmla="*/ 678657 w 1135857"/>
              <a:gd name="connsiteY1-12" fmla="*/ 0 h 511969"/>
              <a:gd name="connsiteX2-13" fmla="*/ 0 w 1135857"/>
              <a:gd name="connsiteY2-14" fmla="*/ 0 h 51196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135857" h="511969">
                <a:moveTo>
                  <a:pt x="1135857" y="511969"/>
                </a:moveTo>
                <a:lnTo>
                  <a:pt x="678657" y="0"/>
                </a:lnTo>
                <a:lnTo>
                  <a:pt x="0" y="0"/>
                </a:lnTo>
              </a:path>
            </a:pathLst>
          </a:custGeom>
          <a:noFill/>
          <a:ln w="9525" cap="rnd">
            <a:solidFill>
              <a:schemeClr val="bg1"/>
            </a:solidFill>
            <a:bevel/>
            <a:headEnd w="med" len="sm"/>
            <a:tailEnd type="oval" w="med" len="med"/>
          </a:ln>
        </p:spPr>
        <p:txBody>
          <a:bodyPr lIns="89126" tIns="44540" rIns="89126" bIns="44540" rtlCol="0" anchor="ctr"/>
          <a:lstStyle/>
          <a:p>
            <a:pPr algn="ctr" defTabSz="890905"/>
            <a:endParaRPr lang="es-SV" sz="700">
              <a:solidFill>
                <a:srgbClr val="000000"/>
              </a:solidFill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26" name="79 Forma libre"/>
          <p:cNvSpPr/>
          <p:nvPr/>
        </p:nvSpPr>
        <p:spPr bwMode="auto">
          <a:xfrm>
            <a:off x="4801235" y="2553966"/>
            <a:ext cx="1025525" cy="635635"/>
          </a:xfrm>
          <a:custGeom>
            <a:avLst/>
            <a:gdLst>
              <a:gd name="connsiteX0" fmla="*/ 1135857 w 1135857"/>
              <a:gd name="connsiteY0" fmla="*/ 514350 h 514350"/>
              <a:gd name="connsiteX1" fmla="*/ 678657 w 1135857"/>
              <a:gd name="connsiteY1" fmla="*/ 2381 h 514350"/>
              <a:gd name="connsiteX2" fmla="*/ 0 w 1135857"/>
              <a:gd name="connsiteY2" fmla="*/ 2381 h 514350"/>
              <a:gd name="connsiteX3" fmla="*/ 0 w 1135857"/>
              <a:gd name="connsiteY3" fmla="*/ 0 h 514350"/>
              <a:gd name="connsiteX0-1" fmla="*/ 1212057 w 1212057"/>
              <a:gd name="connsiteY0-2" fmla="*/ 623888 h 623888"/>
              <a:gd name="connsiteX1-3" fmla="*/ 754857 w 1212057"/>
              <a:gd name="connsiteY1-4" fmla="*/ 111919 h 623888"/>
              <a:gd name="connsiteX2-5" fmla="*/ 76200 w 1212057"/>
              <a:gd name="connsiteY2-6" fmla="*/ 111919 h 623888"/>
              <a:gd name="connsiteX3-7" fmla="*/ 0 w 1212057"/>
              <a:gd name="connsiteY3-8" fmla="*/ 0 h 623888"/>
              <a:gd name="connsiteX0-9" fmla="*/ 1135857 w 1135857"/>
              <a:gd name="connsiteY0-10" fmla="*/ 511969 h 511969"/>
              <a:gd name="connsiteX1-11" fmla="*/ 678657 w 1135857"/>
              <a:gd name="connsiteY1-12" fmla="*/ 0 h 511969"/>
              <a:gd name="connsiteX2-13" fmla="*/ 0 w 1135857"/>
              <a:gd name="connsiteY2-14" fmla="*/ 0 h 51196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135857" h="511969">
                <a:moveTo>
                  <a:pt x="1135857" y="511969"/>
                </a:moveTo>
                <a:lnTo>
                  <a:pt x="678657" y="0"/>
                </a:lnTo>
                <a:lnTo>
                  <a:pt x="0" y="0"/>
                </a:lnTo>
              </a:path>
            </a:pathLst>
          </a:custGeom>
          <a:noFill/>
          <a:ln w="9525" cap="rnd">
            <a:solidFill>
              <a:schemeClr val="bg1"/>
            </a:solidFill>
            <a:bevel/>
            <a:headEnd w="med" len="sm"/>
            <a:tailEnd type="oval" w="med" len="med"/>
          </a:ln>
        </p:spPr>
        <p:txBody>
          <a:bodyPr lIns="89126" tIns="44540" rIns="89126" bIns="44540" rtlCol="0" anchor="ctr"/>
          <a:lstStyle/>
          <a:p>
            <a:pPr algn="ctr" defTabSz="890905"/>
            <a:endParaRPr lang="es-SV" sz="700">
              <a:solidFill>
                <a:srgbClr val="000000"/>
              </a:solidFill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27" name="79 Forma libre"/>
          <p:cNvSpPr/>
          <p:nvPr/>
        </p:nvSpPr>
        <p:spPr bwMode="auto">
          <a:xfrm>
            <a:off x="5863590" y="2168521"/>
            <a:ext cx="1025525" cy="635635"/>
          </a:xfrm>
          <a:custGeom>
            <a:avLst/>
            <a:gdLst>
              <a:gd name="connsiteX0" fmla="*/ 1135857 w 1135857"/>
              <a:gd name="connsiteY0" fmla="*/ 514350 h 514350"/>
              <a:gd name="connsiteX1" fmla="*/ 678657 w 1135857"/>
              <a:gd name="connsiteY1" fmla="*/ 2381 h 514350"/>
              <a:gd name="connsiteX2" fmla="*/ 0 w 1135857"/>
              <a:gd name="connsiteY2" fmla="*/ 2381 h 514350"/>
              <a:gd name="connsiteX3" fmla="*/ 0 w 1135857"/>
              <a:gd name="connsiteY3" fmla="*/ 0 h 514350"/>
              <a:gd name="connsiteX0-1" fmla="*/ 1212057 w 1212057"/>
              <a:gd name="connsiteY0-2" fmla="*/ 623888 h 623888"/>
              <a:gd name="connsiteX1-3" fmla="*/ 754857 w 1212057"/>
              <a:gd name="connsiteY1-4" fmla="*/ 111919 h 623888"/>
              <a:gd name="connsiteX2-5" fmla="*/ 76200 w 1212057"/>
              <a:gd name="connsiteY2-6" fmla="*/ 111919 h 623888"/>
              <a:gd name="connsiteX3-7" fmla="*/ 0 w 1212057"/>
              <a:gd name="connsiteY3-8" fmla="*/ 0 h 623888"/>
              <a:gd name="connsiteX0-9" fmla="*/ 1135857 w 1135857"/>
              <a:gd name="connsiteY0-10" fmla="*/ 511969 h 511969"/>
              <a:gd name="connsiteX1-11" fmla="*/ 678657 w 1135857"/>
              <a:gd name="connsiteY1-12" fmla="*/ 0 h 511969"/>
              <a:gd name="connsiteX2-13" fmla="*/ 0 w 1135857"/>
              <a:gd name="connsiteY2-14" fmla="*/ 0 h 51196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135857" h="511969">
                <a:moveTo>
                  <a:pt x="1135857" y="511969"/>
                </a:moveTo>
                <a:lnTo>
                  <a:pt x="678657" y="0"/>
                </a:lnTo>
                <a:lnTo>
                  <a:pt x="0" y="0"/>
                </a:lnTo>
              </a:path>
            </a:pathLst>
          </a:custGeom>
          <a:noFill/>
          <a:ln w="9525" cap="rnd">
            <a:solidFill>
              <a:schemeClr val="bg1"/>
            </a:solidFill>
            <a:bevel/>
            <a:headEnd w="med" len="sm"/>
            <a:tailEnd type="oval" w="med" len="med"/>
          </a:ln>
        </p:spPr>
        <p:txBody>
          <a:bodyPr lIns="89126" tIns="44540" rIns="89126" bIns="44540" rtlCol="0" anchor="ctr"/>
          <a:lstStyle/>
          <a:p>
            <a:pPr algn="ctr" defTabSz="890905"/>
            <a:endParaRPr lang="es-SV" sz="700">
              <a:solidFill>
                <a:srgbClr val="000000"/>
              </a:solidFill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28" name="79 Forma libre"/>
          <p:cNvSpPr/>
          <p:nvPr/>
        </p:nvSpPr>
        <p:spPr bwMode="auto">
          <a:xfrm>
            <a:off x="6925310" y="1775456"/>
            <a:ext cx="1025525" cy="636270"/>
          </a:xfrm>
          <a:custGeom>
            <a:avLst/>
            <a:gdLst>
              <a:gd name="connsiteX0" fmla="*/ 1135857 w 1135857"/>
              <a:gd name="connsiteY0" fmla="*/ 514350 h 514350"/>
              <a:gd name="connsiteX1" fmla="*/ 678657 w 1135857"/>
              <a:gd name="connsiteY1" fmla="*/ 2381 h 514350"/>
              <a:gd name="connsiteX2" fmla="*/ 0 w 1135857"/>
              <a:gd name="connsiteY2" fmla="*/ 2381 h 514350"/>
              <a:gd name="connsiteX3" fmla="*/ 0 w 1135857"/>
              <a:gd name="connsiteY3" fmla="*/ 0 h 514350"/>
              <a:gd name="connsiteX0-1" fmla="*/ 1212057 w 1212057"/>
              <a:gd name="connsiteY0-2" fmla="*/ 623888 h 623888"/>
              <a:gd name="connsiteX1-3" fmla="*/ 754857 w 1212057"/>
              <a:gd name="connsiteY1-4" fmla="*/ 111919 h 623888"/>
              <a:gd name="connsiteX2-5" fmla="*/ 76200 w 1212057"/>
              <a:gd name="connsiteY2-6" fmla="*/ 111919 h 623888"/>
              <a:gd name="connsiteX3-7" fmla="*/ 0 w 1212057"/>
              <a:gd name="connsiteY3-8" fmla="*/ 0 h 623888"/>
              <a:gd name="connsiteX0-9" fmla="*/ 1135857 w 1135857"/>
              <a:gd name="connsiteY0-10" fmla="*/ 511969 h 511969"/>
              <a:gd name="connsiteX1-11" fmla="*/ 678657 w 1135857"/>
              <a:gd name="connsiteY1-12" fmla="*/ 0 h 511969"/>
              <a:gd name="connsiteX2-13" fmla="*/ 0 w 1135857"/>
              <a:gd name="connsiteY2-14" fmla="*/ 0 h 51196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135857" h="511969">
                <a:moveTo>
                  <a:pt x="1135857" y="511969"/>
                </a:moveTo>
                <a:lnTo>
                  <a:pt x="678657" y="0"/>
                </a:lnTo>
                <a:lnTo>
                  <a:pt x="0" y="0"/>
                </a:lnTo>
              </a:path>
            </a:pathLst>
          </a:custGeom>
          <a:noFill/>
          <a:ln w="9525" cap="rnd">
            <a:solidFill>
              <a:schemeClr val="bg1"/>
            </a:solidFill>
            <a:bevel/>
            <a:headEnd w="med" len="sm"/>
            <a:tailEnd type="oval" w="med" len="med"/>
          </a:ln>
        </p:spPr>
        <p:txBody>
          <a:bodyPr lIns="89126" tIns="44540" rIns="89126" bIns="44540" rtlCol="0" anchor="ctr"/>
          <a:lstStyle/>
          <a:p>
            <a:pPr algn="ctr" defTabSz="890905"/>
            <a:endParaRPr lang="es-SV" sz="700">
              <a:solidFill>
                <a:srgbClr val="000000"/>
              </a:solidFill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29" name="79 Forma libre"/>
          <p:cNvSpPr/>
          <p:nvPr/>
        </p:nvSpPr>
        <p:spPr bwMode="auto">
          <a:xfrm>
            <a:off x="2713355" y="3437886"/>
            <a:ext cx="1025525" cy="635635"/>
          </a:xfrm>
          <a:custGeom>
            <a:avLst/>
            <a:gdLst>
              <a:gd name="connsiteX0" fmla="*/ 1135857 w 1135857"/>
              <a:gd name="connsiteY0" fmla="*/ 514350 h 514350"/>
              <a:gd name="connsiteX1" fmla="*/ 678657 w 1135857"/>
              <a:gd name="connsiteY1" fmla="*/ 2381 h 514350"/>
              <a:gd name="connsiteX2" fmla="*/ 0 w 1135857"/>
              <a:gd name="connsiteY2" fmla="*/ 2381 h 514350"/>
              <a:gd name="connsiteX3" fmla="*/ 0 w 1135857"/>
              <a:gd name="connsiteY3" fmla="*/ 0 h 514350"/>
              <a:gd name="connsiteX0-1" fmla="*/ 1212057 w 1212057"/>
              <a:gd name="connsiteY0-2" fmla="*/ 623888 h 623888"/>
              <a:gd name="connsiteX1-3" fmla="*/ 754857 w 1212057"/>
              <a:gd name="connsiteY1-4" fmla="*/ 111919 h 623888"/>
              <a:gd name="connsiteX2-5" fmla="*/ 76200 w 1212057"/>
              <a:gd name="connsiteY2-6" fmla="*/ 111919 h 623888"/>
              <a:gd name="connsiteX3-7" fmla="*/ 0 w 1212057"/>
              <a:gd name="connsiteY3-8" fmla="*/ 0 h 623888"/>
              <a:gd name="connsiteX0-9" fmla="*/ 1135857 w 1135857"/>
              <a:gd name="connsiteY0-10" fmla="*/ 511969 h 511969"/>
              <a:gd name="connsiteX1-11" fmla="*/ 678657 w 1135857"/>
              <a:gd name="connsiteY1-12" fmla="*/ 0 h 511969"/>
              <a:gd name="connsiteX2-13" fmla="*/ 0 w 1135857"/>
              <a:gd name="connsiteY2-14" fmla="*/ 0 h 51196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135857" h="511969">
                <a:moveTo>
                  <a:pt x="1135857" y="511969"/>
                </a:moveTo>
                <a:lnTo>
                  <a:pt x="678657" y="0"/>
                </a:lnTo>
                <a:lnTo>
                  <a:pt x="0" y="0"/>
                </a:lnTo>
              </a:path>
            </a:pathLst>
          </a:custGeom>
          <a:noFill/>
          <a:ln w="9525" cap="rnd">
            <a:solidFill>
              <a:schemeClr val="bg1"/>
            </a:solidFill>
            <a:bevel/>
            <a:headEnd w="med" len="sm"/>
            <a:tailEnd type="oval" w="med" len="med"/>
          </a:ln>
        </p:spPr>
        <p:txBody>
          <a:bodyPr lIns="89126" tIns="44540" rIns="89126" bIns="44540" rtlCol="0" anchor="ctr"/>
          <a:lstStyle/>
          <a:p>
            <a:pPr algn="ctr" defTabSz="890905"/>
            <a:endParaRPr lang="es-SV" sz="700">
              <a:solidFill>
                <a:srgbClr val="000000"/>
              </a:solidFill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30" name="Textbox 1"/>
          <p:cNvSpPr/>
          <p:nvPr/>
        </p:nvSpPr>
        <p:spPr>
          <a:xfrm>
            <a:off x="1824990" y="3794773"/>
            <a:ext cx="1510030" cy="634201"/>
          </a:xfrm>
          <a:prstGeom prst="rect">
            <a:avLst/>
          </a:prstGeom>
        </p:spPr>
        <p:txBody>
          <a:bodyPr wrap="square" lIns="89126" tIns="44540" rIns="89126" bIns="44540">
            <a:spAutoFit/>
          </a:bodyPr>
          <a:lstStyle/>
          <a:p>
            <a:pPr algn="ctr" defTabSz="890905">
              <a:lnSpc>
                <a:spcPct val="114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公司产品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  <a:p>
            <a:pPr algn="ctr" defTabSz="890905">
              <a:lnSpc>
                <a:spcPct val="114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学习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31" name="Textbox 1"/>
          <p:cNvSpPr/>
          <p:nvPr/>
        </p:nvSpPr>
        <p:spPr>
          <a:xfrm>
            <a:off x="2917508" y="3251582"/>
            <a:ext cx="1469072" cy="634201"/>
          </a:xfrm>
          <a:prstGeom prst="rect">
            <a:avLst/>
          </a:prstGeom>
        </p:spPr>
        <p:txBody>
          <a:bodyPr wrap="square" lIns="89126" tIns="44540" rIns="89126" bIns="44540">
            <a:spAutoFit/>
          </a:bodyPr>
          <a:lstStyle/>
          <a:p>
            <a:pPr algn="ctr" defTabSz="890905">
              <a:lnSpc>
                <a:spcPct val="114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F280049 CAN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  <a:p>
            <a:pPr algn="ctr" defTabSz="890905">
              <a:lnSpc>
                <a:spcPct val="114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外设编程学习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32" name="Textbox 1"/>
          <p:cNvSpPr/>
          <p:nvPr/>
        </p:nvSpPr>
        <p:spPr>
          <a:xfrm>
            <a:off x="4037965" y="2806057"/>
            <a:ext cx="1510030" cy="634201"/>
          </a:xfrm>
          <a:prstGeom prst="rect">
            <a:avLst/>
          </a:prstGeom>
        </p:spPr>
        <p:txBody>
          <a:bodyPr wrap="square" lIns="89126" tIns="44540" rIns="89126" bIns="44540">
            <a:spAutoFit/>
          </a:bodyPr>
          <a:lstStyle/>
          <a:p>
            <a:pPr algn="ctr" defTabSz="890905">
              <a:lnSpc>
                <a:spcPct val="114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CAN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通讯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  <a:p>
            <a:pPr algn="ctr" defTabSz="890905">
              <a:lnSpc>
                <a:spcPct val="114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报文解析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33" name="Textbox 1"/>
          <p:cNvSpPr/>
          <p:nvPr/>
        </p:nvSpPr>
        <p:spPr>
          <a:xfrm>
            <a:off x="5108575" y="2408166"/>
            <a:ext cx="1508760" cy="634201"/>
          </a:xfrm>
          <a:prstGeom prst="rect">
            <a:avLst/>
          </a:prstGeom>
        </p:spPr>
        <p:txBody>
          <a:bodyPr wrap="square" lIns="89126" tIns="44540" rIns="89126" bIns="44540">
            <a:spAutoFit/>
          </a:bodyPr>
          <a:lstStyle/>
          <a:p>
            <a:pPr algn="ctr" defTabSz="890905">
              <a:lnSpc>
                <a:spcPct val="114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电机调谐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  <a:p>
            <a:pPr algn="ctr" defTabSz="890905">
              <a:lnSpc>
                <a:spcPct val="114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学习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34" name="Textbox 1"/>
          <p:cNvSpPr/>
          <p:nvPr/>
        </p:nvSpPr>
        <p:spPr>
          <a:xfrm>
            <a:off x="6112782" y="2023356"/>
            <a:ext cx="1508760" cy="634201"/>
          </a:xfrm>
          <a:prstGeom prst="rect">
            <a:avLst/>
          </a:prstGeom>
        </p:spPr>
        <p:txBody>
          <a:bodyPr wrap="square" lIns="89126" tIns="44540" rIns="89126" bIns="44540">
            <a:spAutoFit/>
          </a:bodyPr>
          <a:lstStyle/>
          <a:p>
            <a:pPr algn="ctr" defTabSz="890905">
              <a:lnSpc>
                <a:spcPct val="114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TCF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油泵程序的调试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2773045" y="1780536"/>
            <a:ext cx="6917690" cy="3541395"/>
            <a:chOff x="4367" y="2504"/>
            <a:chExt cx="10894" cy="5577"/>
          </a:xfrm>
        </p:grpSpPr>
        <p:sp>
          <p:nvSpPr>
            <p:cNvPr id="76" name="7 Paralelogramo"/>
            <p:cNvSpPr/>
            <p:nvPr/>
          </p:nvSpPr>
          <p:spPr bwMode="auto">
            <a:xfrm>
              <a:off x="4367" y="5988"/>
              <a:ext cx="2353" cy="2090"/>
            </a:xfrm>
            <a:custGeom>
              <a:avLst/>
              <a:gdLst/>
              <a:ahLst/>
              <a:cxnLst/>
              <a:rect l="l" t="t" r="r" b="b"/>
              <a:pathLst>
                <a:path w="2922661" h="2595463">
                  <a:moveTo>
                    <a:pt x="1556371" y="0"/>
                  </a:moveTo>
                  <a:lnTo>
                    <a:pt x="2922661" y="247650"/>
                  </a:lnTo>
                  <a:lnTo>
                    <a:pt x="1520331" y="2595463"/>
                  </a:lnTo>
                  <a:lnTo>
                    <a:pt x="0" y="259546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lIns="0" tIns="0" rIns="0" bIns="0" rtlCol="0" anchor="ctr"/>
            <a:lstStyle/>
            <a:p>
              <a:pPr algn="ctr" defTabSz="890905"/>
              <a:endParaRPr lang="es-SV" sz="700">
                <a:solidFill>
                  <a:srgbClr val="000000"/>
                </a:solidFill>
                <a:latin typeface="Calibri" panose="020F0502020204030204" pitchFamily="34" charset="0"/>
                <a:cs typeface="+mn-ea"/>
                <a:sym typeface="Calibri" panose="020F0502020204030204" pitchFamily="34" charset="0"/>
              </a:endParaRPr>
            </a:p>
          </p:txBody>
        </p:sp>
        <p:sp>
          <p:nvSpPr>
            <p:cNvPr id="13" name="12 Paralelogramo"/>
            <p:cNvSpPr/>
            <p:nvPr/>
          </p:nvSpPr>
          <p:spPr bwMode="auto">
            <a:xfrm>
              <a:off x="12411" y="2504"/>
              <a:ext cx="2851" cy="5562"/>
            </a:xfrm>
            <a:custGeom>
              <a:avLst/>
              <a:gdLst/>
              <a:ahLst/>
              <a:cxnLst/>
              <a:rect l="l" t="t" r="r" b="b"/>
              <a:pathLst>
                <a:path w="3540870" h="6905743">
                  <a:moveTo>
                    <a:pt x="3207396" y="0"/>
                  </a:moveTo>
                  <a:lnTo>
                    <a:pt x="3540870" y="1029640"/>
                  </a:lnTo>
                  <a:lnTo>
                    <a:pt x="1387398" y="6905743"/>
                  </a:lnTo>
                  <a:lnTo>
                    <a:pt x="0" y="6741437"/>
                  </a:lnTo>
                  <a:lnTo>
                    <a:pt x="2093940" y="1029640"/>
                  </a:lnTo>
                  <a:lnTo>
                    <a:pt x="2094023" y="1029640"/>
                  </a:lnTo>
                  <a:lnTo>
                    <a:pt x="2259018" y="587692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/>
          </p:spPr>
          <p:txBody>
            <a:bodyPr lIns="0" tIns="0" rIns="0" bIns="0" rtlCol="0" anchor="ctr"/>
            <a:lstStyle/>
            <a:p>
              <a:pPr algn="ctr" defTabSz="890905"/>
              <a:endParaRPr lang="es-SV" sz="600">
                <a:solidFill>
                  <a:srgbClr val="000000"/>
                </a:solidFill>
                <a:latin typeface="Calibri" panose="020F0502020204030204" pitchFamily="34" charset="0"/>
                <a:cs typeface="+mn-ea"/>
                <a:sym typeface="Calibri" panose="020F0502020204030204" pitchFamily="34" charset="0"/>
              </a:endParaRPr>
            </a:p>
          </p:txBody>
        </p:sp>
        <p:sp>
          <p:nvSpPr>
            <p:cNvPr id="12" name="11 Paralelogramo"/>
            <p:cNvSpPr/>
            <p:nvPr/>
          </p:nvSpPr>
          <p:spPr bwMode="auto">
            <a:xfrm>
              <a:off x="10731" y="3333"/>
              <a:ext cx="2762" cy="4733"/>
            </a:xfrm>
            <a:custGeom>
              <a:avLst/>
              <a:gdLst>
                <a:gd name="connsiteX0" fmla="*/ 0 w 3600400"/>
                <a:gd name="connsiteY0" fmla="*/ 5876103 h 5876103"/>
                <a:gd name="connsiteX1" fmla="*/ 2084884 w 3600400"/>
                <a:gd name="connsiteY1" fmla="*/ 0 h 5876103"/>
                <a:gd name="connsiteX2" fmla="*/ 3600400 w 3600400"/>
                <a:gd name="connsiteY2" fmla="*/ 0 h 5876103"/>
                <a:gd name="connsiteX3" fmla="*/ 1515516 w 3600400"/>
                <a:gd name="connsiteY3" fmla="*/ 5876103 h 5876103"/>
                <a:gd name="connsiteX4" fmla="*/ 0 w 3600400"/>
                <a:gd name="connsiteY4" fmla="*/ 5876103 h 5876103"/>
                <a:gd name="connsiteX0-1" fmla="*/ 0 w 3519437"/>
                <a:gd name="connsiteY0-2" fmla="*/ 5645122 h 5876103"/>
                <a:gd name="connsiteX1-3" fmla="*/ 2003921 w 3519437"/>
                <a:gd name="connsiteY1-4" fmla="*/ 0 h 5876103"/>
                <a:gd name="connsiteX2-5" fmla="*/ 3519437 w 3519437"/>
                <a:gd name="connsiteY2-6" fmla="*/ 0 h 5876103"/>
                <a:gd name="connsiteX3-7" fmla="*/ 1434553 w 3519437"/>
                <a:gd name="connsiteY3-8" fmla="*/ 5876103 h 5876103"/>
                <a:gd name="connsiteX4-9" fmla="*/ 0 w 3519437"/>
                <a:gd name="connsiteY4-10" fmla="*/ 5645122 h 5876103"/>
                <a:gd name="connsiteX0-11" fmla="*/ 0 w 3431330"/>
                <a:gd name="connsiteY0-12" fmla="*/ 5645122 h 5876103"/>
                <a:gd name="connsiteX1-13" fmla="*/ 2003921 w 3431330"/>
                <a:gd name="connsiteY1-14" fmla="*/ 0 h 5876103"/>
                <a:gd name="connsiteX2-15" fmla="*/ 3431330 w 3431330"/>
                <a:gd name="connsiteY2-16" fmla="*/ 245269 h 5876103"/>
                <a:gd name="connsiteX3-17" fmla="*/ 1434553 w 3431330"/>
                <a:gd name="connsiteY3-18" fmla="*/ 5876103 h 5876103"/>
                <a:gd name="connsiteX4-19" fmla="*/ 0 w 3431330"/>
                <a:gd name="connsiteY4-20" fmla="*/ 5645122 h 5876103"/>
                <a:gd name="connsiteX0-21" fmla="*/ 0 w 3431330"/>
                <a:gd name="connsiteY0-22" fmla="*/ 5645122 h 5876103"/>
                <a:gd name="connsiteX1-23" fmla="*/ 1994396 w 3431330"/>
                <a:gd name="connsiteY1-24" fmla="*/ 0 h 5876103"/>
                <a:gd name="connsiteX2-25" fmla="*/ 3431330 w 3431330"/>
                <a:gd name="connsiteY2-26" fmla="*/ 245269 h 5876103"/>
                <a:gd name="connsiteX3-27" fmla="*/ 1434553 w 3431330"/>
                <a:gd name="connsiteY3-28" fmla="*/ 5876103 h 5876103"/>
                <a:gd name="connsiteX4-29" fmla="*/ 0 w 3431330"/>
                <a:gd name="connsiteY4-30" fmla="*/ 5645122 h 587610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3431330" h="5876103">
                  <a:moveTo>
                    <a:pt x="0" y="5645122"/>
                  </a:moveTo>
                  <a:lnTo>
                    <a:pt x="1994396" y="0"/>
                  </a:lnTo>
                  <a:lnTo>
                    <a:pt x="3431330" y="245269"/>
                  </a:lnTo>
                  <a:lnTo>
                    <a:pt x="1434553" y="5876103"/>
                  </a:lnTo>
                  <a:lnTo>
                    <a:pt x="0" y="564512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/>
          </p:spPr>
          <p:txBody>
            <a:bodyPr lIns="0" tIns="0" rIns="0" bIns="0" rtlCol="0" anchor="ctr"/>
            <a:lstStyle/>
            <a:p>
              <a:pPr algn="ctr" defTabSz="890905"/>
              <a:endParaRPr lang="es-SV" sz="700">
                <a:solidFill>
                  <a:srgbClr val="000000"/>
                </a:solidFill>
                <a:latin typeface="Calibri" panose="020F0502020204030204" pitchFamily="34" charset="0"/>
                <a:cs typeface="+mn-ea"/>
                <a:sym typeface="Calibri" panose="020F0502020204030204" pitchFamily="34" charset="0"/>
              </a:endParaRPr>
            </a:p>
          </p:txBody>
        </p:sp>
        <p:sp>
          <p:nvSpPr>
            <p:cNvPr id="10" name="9 Paralelogramo"/>
            <p:cNvSpPr/>
            <p:nvPr/>
          </p:nvSpPr>
          <p:spPr bwMode="auto">
            <a:xfrm>
              <a:off x="9009" y="3960"/>
              <a:ext cx="2754" cy="4114"/>
            </a:xfrm>
            <a:custGeom>
              <a:avLst/>
              <a:gdLst>
                <a:gd name="connsiteX0" fmla="*/ 0 w 3600400"/>
                <a:gd name="connsiteY0" fmla="*/ 5111018 h 5111018"/>
                <a:gd name="connsiteX1" fmla="*/ 2084884 w 3600400"/>
                <a:gd name="connsiteY1" fmla="*/ 0 h 5111018"/>
                <a:gd name="connsiteX2" fmla="*/ 3600400 w 3600400"/>
                <a:gd name="connsiteY2" fmla="*/ 0 h 5111018"/>
                <a:gd name="connsiteX3" fmla="*/ 1515516 w 3600400"/>
                <a:gd name="connsiteY3" fmla="*/ 5111018 h 5111018"/>
                <a:gd name="connsiteX4" fmla="*/ 0 w 3600400"/>
                <a:gd name="connsiteY4" fmla="*/ 5111018 h 5111018"/>
                <a:gd name="connsiteX0-1" fmla="*/ 0 w 3507531"/>
                <a:gd name="connsiteY0-2" fmla="*/ 5111018 h 5111018"/>
                <a:gd name="connsiteX1-3" fmla="*/ 2084884 w 3507531"/>
                <a:gd name="connsiteY1-4" fmla="*/ 0 h 5111018"/>
                <a:gd name="connsiteX2-5" fmla="*/ 3507531 w 3507531"/>
                <a:gd name="connsiteY2-6" fmla="*/ 228600 h 5111018"/>
                <a:gd name="connsiteX3-7" fmla="*/ 1515516 w 3507531"/>
                <a:gd name="connsiteY3-8" fmla="*/ 5111018 h 5111018"/>
                <a:gd name="connsiteX4-9" fmla="*/ 0 w 3507531"/>
                <a:gd name="connsiteY4-10" fmla="*/ 5111018 h 5111018"/>
                <a:gd name="connsiteX0-11" fmla="*/ 0 w 3507531"/>
                <a:gd name="connsiteY0-12" fmla="*/ 5108637 h 5108637"/>
                <a:gd name="connsiteX1-13" fmla="*/ 2077741 w 3507531"/>
                <a:gd name="connsiteY1-14" fmla="*/ 0 h 5108637"/>
                <a:gd name="connsiteX2-15" fmla="*/ 3507531 w 3507531"/>
                <a:gd name="connsiteY2-16" fmla="*/ 226219 h 5108637"/>
                <a:gd name="connsiteX3-17" fmla="*/ 1515516 w 3507531"/>
                <a:gd name="connsiteY3-18" fmla="*/ 5108637 h 5108637"/>
                <a:gd name="connsiteX4-19" fmla="*/ 0 w 3507531"/>
                <a:gd name="connsiteY4-20" fmla="*/ 5108637 h 5108637"/>
                <a:gd name="connsiteX0-21" fmla="*/ 0 w 3419425"/>
                <a:gd name="connsiteY0-22" fmla="*/ 4891943 h 5108637"/>
                <a:gd name="connsiteX1-23" fmla="*/ 1989635 w 3419425"/>
                <a:gd name="connsiteY1-24" fmla="*/ 0 h 5108637"/>
                <a:gd name="connsiteX2-25" fmla="*/ 3419425 w 3419425"/>
                <a:gd name="connsiteY2-26" fmla="*/ 226219 h 5108637"/>
                <a:gd name="connsiteX3-27" fmla="*/ 1427410 w 3419425"/>
                <a:gd name="connsiteY3-28" fmla="*/ 5108637 h 5108637"/>
                <a:gd name="connsiteX4-29" fmla="*/ 0 w 3419425"/>
                <a:gd name="connsiteY4-30" fmla="*/ 4891943 h 510863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3419425" h="5108637">
                  <a:moveTo>
                    <a:pt x="0" y="4891943"/>
                  </a:moveTo>
                  <a:lnTo>
                    <a:pt x="1989635" y="0"/>
                  </a:lnTo>
                  <a:lnTo>
                    <a:pt x="3419425" y="226219"/>
                  </a:lnTo>
                  <a:lnTo>
                    <a:pt x="1427410" y="5108637"/>
                  </a:lnTo>
                  <a:lnTo>
                    <a:pt x="0" y="489194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/>
          </p:spPr>
          <p:txBody>
            <a:bodyPr lIns="0" tIns="0" rIns="0" bIns="0" rtlCol="0" anchor="ctr"/>
            <a:lstStyle/>
            <a:p>
              <a:pPr algn="ctr" defTabSz="890905"/>
              <a:endParaRPr lang="es-SV" sz="700">
                <a:solidFill>
                  <a:srgbClr val="000000"/>
                </a:solidFill>
                <a:latin typeface="Calibri" panose="020F0502020204030204" pitchFamily="34" charset="0"/>
                <a:cs typeface="+mn-ea"/>
                <a:sym typeface="Calibri" panose="020F0502020204030204" pitchFamily="34" charset="0"/>
              </a:endParaRPr>
            </a:p>
          </p:txBody>
        </p:sp>
        <p:sp>
          <p:nvSpPr>
            <p:cNvPr id="9" name="8 Paralelogramo"/>
            <p:cNvSpPr/>
            <p:nvPr/>
          </p:nvSpPr>
          <p:spPr bwMode="auto">
            <a:xfrm>
              <a:off x="7353" y="4566"/>
              <a:ext cx="2730" cy="3500"/>
            </a:xfrm>
            <a:custGeom>
              <a:avLst/>
              <a:gdLst>
                <a:gd name="connsiteX0" fmla="*/ 0 w 3600000"/>
                <a:gd name="connsiteY0" fmla="*/ 4345746 h 4345746"/>
                <a:gd name="connsiteX1" fmla="*/ 2103696 w 3600000"/>
                <a:gd name="connsiteY1" fmla="*/ 0 h 4345746"/>
                <a:gd name="connsiteX2" fmla="*/ 3600000 w 3600000"/>
                <a:gd name="connsiteY2" fmla="*/ 0 h 4345746"/>
                <a:gd name="connsiteX3" fmla="*/ 1496304 w 3600000"/>
                <a:gd name="connsiteY3" fmla="*/ 4345746 h 4345746"/>
                <a:gd name="connsiteX4" fmla="*/ 0 w 3600000"/>
                <a:gd name="connsiteY4" fmla="*/ 4345746 h 4345746"/>
                <a:gd name="connsiteX0-1" fmla="*/ 0 w 3490462"/>
                <a:gd name="connsiteY0-2" fmla="*/ 4345746 h 4345746"/>
                <a:gd name="connsiteX1-3" fmla="*/ 2103696 w 3490462"/>
                <a:gd name="connsiteY1-4" fmla="*/ 0 h 4345746"/>
                <a:gd name="connsiteX2-5" fmla="*/ 3490462 w 3490462"/>
                <a:gd name="connsiteY2-6" fmla="*/ 223838 h 4345746"/>
                <a:gd name="connsiteX3-7" fmla="*/ 1496304 w 3490462"/>
                <a:gd name="connsiteY3-8" fmla="*/ 4345746 h 4345746"/>
                <a:gd name="connsiteX4-9" fmla="*/ 0 w 3490462"/>
                <a:gd name="connsiteY4-10" fmla="*/ 4345746 h 4345746"/>
                <a:gd name="connsiteX0-11" fmla="*/ 0 w 3390450"/>
                <a:gd name="connsiteY0-12" fmla="*/ 4138577 h 4345746"/>
                <a:gd name="connsiteX1-13" fmla="*/ 2003684 w 3390450"/>
                <a:gd name="connsiteY1-14" fmla="*/ 0 h 4345746"/>
                <a:gd name="connsiteX2-15" fmla="*/ 3390450 w 3390450"/>
                <a:gd name="connsiteY2-16" fmla="*/ 223838 h 4345746"/>
                <a:gd name="connsiteX3-17" fmla="*/ 1396292 w 3390450"/>
                <a:gd name="connsiteY3-18" fmla="*/ 4345746 h 4345746"/>
                <a:gd name="connsiteX4-19" fmla="*/ 0 w 3390450"/>
                <a:gd name="connsiteY4-20" fmla="*/ 4138577 h 4345746"/>
                <a:gd name="connsiteX0-21" fmla="*/ 0 w 3390450"/>
                <a:gd name="connsiteY0-22" fmla="*/ 4138577 h 4345746"/>
                <a:gd name="connsiteX1-23" fmla="*/ 1984634 w 3390450"/>
                <a:gd name="connsiteY1-24" fmla="*/ 0 h 4345746"/>
                <a:gd name="connsiteX2-25" fmla="*/ 3390450 w 3390450"/>
                <a:gd name="connsiteY2-26" fmla="*/ 223838 h 4345746"/>
                <a:gd name="connsiteX3-27" fmla="*/ 1396292 w 3390450"/>
                <a:gd name="connsiteY3-28" fmla="*/ 4345746 h 4345746"/>
                <a:gd name="connsiteX4-29" fmla="*/ 0 w 3390450"/>
                <a:gd name="connsiteY4-30" fmla="*/ 4138577 h 434574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3390450" h="4345746">
                  <a:moveTo>
                    <a:pt x="0" y="4138577"/>
                  </a:moveTo>
                  <a:lnTo>
                    <a:pt x="1984634" y="0"/>
                  </a:lnTo>
                  <a:lnTo>
                    <a:pt x="3390450" y="223838"/>
                  </a:lnTo>
                  <a:lnTo>
                    <a:pt x="1396292" y="4345746"/>
                  </a:lnTo>
                  <a:lnTo>
                    <a:pt x="0" y="4138577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txBody>
            <a:bodyPr lIns="0" tIns="0" rIns="0" bIns="0" rtlCol="0" anchor="ctr"/>
            <a:lstStyle/>
            <a:p>
              <a:pPr algn="ctr" defTabSz="890905"/>
              <a:endParaRPr lang="es-SV" sz="700">
                <a:solidFill>
                  <a:srgbClr val="000000"/>
                </a:solidFill>
                <a:latin typeface="Calibri" panose="020F0502020204030204" pitchFamily="34" charset="0"/>
                <a:cs typeface="+mn-ea"/>
                <a:sym typeface="Calibri" panose="020F0502020204030204" pitchFamily="34" charset="0"/>
              </a:endParaRPr>
            </a:p>
          </p:txBody>
        </p:sp>
        <p:sp>
          <p:nvSpPr>
            <p:cNvPr id="8" name="7 Paralelogramo"/>
            <p:cNvSpPr/>
            <p:nvPr/>
          </p:nvSpPr>
          <p:spPr bwMode="auto">
            <a:xfrm>
              <a:off x="5716" y="5265"/>
              <a:ext cx="2657" cy="2801"/>
            </a:xfrm>
            <a:custGeom>
              <a:avLst/>
              <a:gdLst>
                <a:gd name="connsiteX0" fmla="*/ 0 w 3600400"/>
                <a:gd name="connsiteY0" fmla="*/ 3477743 h 3477743"/>
                <a:gd name="connsiteX1" fmla="*/ 2086472 w 3600400"/>
                <a:gd name="connsiteY1" fmla="*/ 0 h 3477743"/>
                <a:gd name="connsiteX2" fmla="*/ 3600400 w 3600400"/>
                <a:gd name="connsiteY2" fmla="*/ 0 h 3477743"/>
                <a:gd name="connsiteX3" fmla="*/ 1513928 w 3600400"/>
                <a:gd name="connsiteY3" fmla="*/ 3477743 h 3477743"/>
                <a:gd name="connsiteX4" fmla="*/ 0 w 3600400"/>
                <a:gd name="connsiteY4" fmla="*/ 3477743 h 3477743"/>
                <a:gd name="connsiteX0-1" fmla="*/ 0 w 3448000"/>
                <a:gd name="connsiteY0-2" fmla="*/ 3225331 h 3477743"/>
                <a:gd name="connsiteX1-3" fmla="*/ 1934072 w 3448000"/>
                <a:gd name="connsiteY1-4" fmla="*/ 0 h 3477743"/>
                <a:gd name="connsiteX2-5" fmla="*/ 3448000 w 3448000"/>
                <a:gd name="connsiteY2-6" fmla="*/ 0 h 3477743"/>
                <a:gd name="connsiteX3-7" fmla="*/ 1361528 w 3448000"/>
                <a:gd name="connsiteY3-8" fmla="*/ 3477743 h 3477743"/>
                <a:gd name="connsiteX4-9" fmla="*/ 0 w 3448000"/>
                <a:gd name="connsiteY4-10" fmla="*/ 3225331 h 3477743"/>
                <a:gd name="connsiteX0-11" fmla="*/ 0 w 3300362"/>
                <a:gd name="connsiteY0-12" fmla="*/ 3225331 h 3477743"/>
                <a:gd name="connsiteX1-13" fmla="*/ 1934072 w 3300362"/>
                <a:gd name="connsiteY1-14" fmla="*/ 0 h 3477743"/>
                <a:gd name="connsiteX2-15" fmla="*/ 3300362 w 3300362"/>
                <a:gd name="connsiteY2-16" fmla="*/ 247650 h 3477743"/>
                <a:gd name="connsiteX3-17" fmla="*/ 1361528 w 3300362"/>
                <a:gd name="connsiteY3-18" fmla="*/ 3477743 h 3477743"/>
                <a:gd name="connsiteX4-19" fmla="*/ 0 w 3300362"/>
                <a:gd name="connsiteY4-20" fmla="*/ 3225331 h 3477743"/>
                <a:gd name="connsiteX0-21" fmla="*/ 0 w 3300362"/>
                <a:gd name="connsiteY0-22" fmla="*/ 3225331 h 3477743"/>
                <a:gd name="connsiteX1-23" fmla="*/ 1934072 w 3300362"/>
                <a:gd name="connsiteY1-24" fmla="*/ 0 h 3477743"/>
                <a:gd name="connsiteX2-25" fmla="*/ 3300362 w 3300362"/>
                <a:gd name="connsiteY2-26" fmla="*/ 247650 h 3477743"/>
                <a:gd name="connsiteX3-27" fmla="*/ 1371053 w 3300362"/>
                <a:gd name="connsiteY3-28" fmla="*/ 3477743 h 3477743"/>
                <a:gd name="connsiteX4-29" fmla="*/ 0 w 3300362"/>
                <a:gd name="connsiteY4-30" fmla="*/ 3225331 h 347774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3300362" h="3477743">
                  <a:moveTo>
                    <a:pt x="0" y="3225331"/>
                  </a:moveTo>
                  <a:lnTo>
                    <a:pt x="1934072" y="0"/>
                  </a:lnTo>
                  <a:lnTo>
                    <a:pt x="3300362" y="247650"/>
                  </a:lnTo>
                  <a:lnTo>
                    <a:pt x="1371053" y="3477743"/>
                  </a:lnTo>
                  <a:lnTo>
                    <a:pt x="0" y="322533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lIns="0" tIns="0" rIns="0" bIns="0" rtlCol="0" anchor="ctr"/>
            <a:lstStyle/>
            <a:p>
              <a:pPr algn="ctr" defTabSz="890905"/>
              <a:endParaRPr lang="es-SV" sz="700">
                <a:solidFill>
                  <a:srgbClr val="000000"/>
                </a:solidFill>
                <a:latin typeface="Calibri" panose="020F0502020204030204" pitchFamily="34" charset="0"/>
                <a:cs typeface="+mn-ea"/>
                <a:sym typeface="Calibri" panose="020F0502020204030204" pitchFamily="34" charset="0"/>
              </a:endParaRPr>
            </a:p>
          </p:txBody>
        </p:sp>
        <p:sp>
          <p:nvSpPr>
            <p:cNvPr id="4" name="3 Redondear rectángulo de esquina diagonal"/>
            <p:cNvSpPr/>
            <p:nvPr/>
          </p:nvSpPr>
          <p:spPr bwMode="auto">
            <a:xfrm flipH="1">
              <a:off x="7269" y="5265"/>
              <a:ext cx="1232" cy="2801"/>
            </a:xfrm>
            <a:prstGeom prst="round2DiagRect">
              <a:avLst>
                <a:gd name="adj1" fmla="val 32602"/>
                <a:gd name="adj2" fmla="val 0"/>
              </a:avLst>
            </a:prstGeom>
            <a:solidFill>
              <a:schemeClr val="accent2"/>
            </a:solidFill>
            <a:ln w="3175" cap="rnd" cmpd="sng">
              <a:noFill/>
              <a:bevel/>
            </a:ln>
            <a:effectLst>
              <a:outerShdw blurRad="1270000" sx="96000" sy="96000" algn="ctr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contourClr>
                <a:srgbClr val="BEC7CC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30" tIns="12615" rIns="25230" bIns="12615" rtlCol="0" anchor="b"/>
            <a:lstStyle/>
            <a:p>
              <a:pPr algn="ctr" defTabSz="890905"/>
              <a:r>
                <a:rPr lang="es-MX" sz="2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anose="020F0502020204030204" pitchFamily="34" charset="0"/>
                  <a:cs typeface="+mn-ea"/>
                  <a:sym typeface="Calibri" panose="020F0502020204030204" pitchFamily="34" charset="0"/>
                </a:rPr>
                <a:t>02</a:t>
              </a:r>
              <a:endParaRPr lang="es-SV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+mn-ea"/>
                <a:sym typeface="Calibri" panose="020F0502020204030204" pitchFamily="34" charset="0"/>
              </a:endParaRPr>
            </a:p>
          </p:txBody>
        </p:sp>
        <p:sp>
          <p:nvSpPr>
            <p:cNvPr id="5" name="4 Redondear rectángulo de esquina diagonal"/>
            <p:cNvSpPr/>
            <p:nvPr/>
          </p:nvSpPr>
          <p:spPr bwMode="auto">
            <a:xfrm flipH="1">
              <a:off x="8945" y="4566"/>
              <a:ext cx="1232" cy="3500"/>
            </a:xfrm>
            <a:prstGeom prst="round2DiagRect">
              <a:avLst>
                <a:gd name="adj1" fmla="val 32602"/>
                <a:gd name="adj2" fmla="val 0"/>
              </a:avLst>
            </a:prstGeom>
            <a:solidFill>
              <a:schemeClr val="accent3"/>
            </a:solidFill>
            <a:ln w="3175" cap="rnd" cmpd="sng">
              <a:noFill/>
              <a:bevel/>
            </a:ln>
            <a:effectLst>
              <a:outerShdw blurRad="1270000" sx="96000" sy="96000" algn="ctr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contourClr>
                <a:srgbClr val="BEC7CC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30" tIns="12615" rIns="25230" bIns="12615" rtlCol="0" anchor="b"/>
            <a:lstStyle/>
            <a:p>
              <a:pPr algn="ctr" defTabSz="890905"/>
              <a:r>
                <a:rPr lang="es-MX" sz="2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anose="020F0502020204030204" pitchFamily="34" charset="0"/>
                  <a:cs typeface="+mn-ea"/>
                  <a:sym typeface="Calibri" panose="020F0502020204030204" pitchFamily="34" charset="0"/>
                </a:rPr>
                <a:t>03</a:t>
              </a:r>
              <a:endParaRPr lang="es-SV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+mn-ea"/>
                <a:sym typeface="Calibri" panose="020F0502020204030204" pitchFamily="34" charset="0"/>
              </a:endParaRPr>
            </a:p>
          </p:txBody>
        </p:sp>
        <p:sp>
          <p:nvSpPr>
            <p:cNvPr id="6" name="5 Redondear rectángulo de esquina diagonal"/>
            <p:cNvSpPr/>
            <p:nvPr/>
          </p:nvSpPr>
          <p:spPr bwMode="auto">
            <a:xfrm flipH="1">
              <a:off x="10621" y="3949"/>
              <a:ext cx="1232" cy="4117"/>
            </a:xfrm>
            <a:prstGeom prst="round2DiagRect">
              <a:avLst>
                <a:gd name="adj1" fmla="val 32602"/>
                <a:gd name="adj2" fmla="val 0"/>
              </a:avLst>
            </a:prstGeom>
            <a:solidFill>
              <a:schemeClr val="accent4"/>
            </a:solidFill>
            <a:ln w="3175" cap="rnd" cmpd="sng">
              <a:noFill/>
              <a:bevel/>
            </a:ln>
            <a:effectLst>
              <a:outerShdw blurRad="1270000" sx="96000" sy="96000" algn="ctr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contourClr>
                <a:srgbClr val="BEC7CC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30" tIns="12615" rIns="25230" bIns="12615" rtlCol="0" anchor="b"/>
            <a:lstStyle/>
            <a:p>
              <a:pPr algn="ctr" defTabSz="890905"/>
              <a:r>
                <a:rPr lang="es-MX" sz="2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anose="020F0502020204030204" pitchFamily="34" charset="0"/>
                  <a:cs typeface="+mn-ea"/>
                  <a:sym typeface="Calibri" panose="020F0502020204030204" pitchFamily="34" charset="0"/>
                </a:rPr>
                <a:t>04</a:t>
              </a:r>
              <a:endParaRPr lang="es-SV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+mn-ea"/>
                <a:sym typeface="Calibri" panose="020F0502020204030204" pitchFamily="34" charset="0"/>
              </a:endParaRPr>
            </a:p>
          </p:txBody>
        </p:sp>
        <p:sp>
          <p:nvSpPr>
            <p:cNvPr id="7" name="6 Redondear rectángulo de esquina diagonal"/>
            <p:cNvSpPr/>
            <p:nvPr/>
          </p:nvSpPr>
          <p:spPr bwMode="auto">
            <a:xfrm flipH="1">
              <a:off x="12296" y="3333"/>
              <a:ext cx="1232" cy="4733"/>
            </a:xfrm>
            <a:prstGeom prst="round2DiagRect">
              <a:avLst>
                <a:gd name="adj1" fmla="val 32602"/>
                <a:gd name="adj2" fmla="val 0"/>
              </a:avLst>
            </a:prstGeom>
            <a:solidFill>
              <a:schemeClr val="accent5"/>
            </a:solidFill>
            <a:ln w="3175" cap="rnd" cmpd="sng">
              <a:noFill/>
              <a:bevel/>
            </a:ln>
            <a:effectLst>
              <a:outerShdw blurRad="1270000" sx="96000" sy="96000" algn="ctr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contourClr>
                <a:srgbClr val="BEC7CC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30" tIns="12615" rIns="25230" bIns="12615" rtlCol="0" anchor="b"/>
            <a:lstStyle/>
            <a:p>
              <a:pPr algn="ctr" defTabSz="890905"/>
              <a:r>
                <a:rPr lang="es-MX" sz="2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anose="020F0502020204030204" pitchFamily="34" charset="0"/>
                  <a:cs typeface="+mn-ea"/>
                  <a:sym typeface="Calibri" panose="020F0502020204030204" pitchFamily="34" charset="0"/>
                </a:rPr>
                <a:t>05</a:t>
              </a:r>
              <a:endParaRPr lang="es-SV" sz="2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+mn-ea"/>
                <a:sym typeface="Calibri" panose="020F0502020204030204" pitchFamily="34" charset="0"/>
              </a:endParaRPr>
            </a:p>
          </p:txBody>
        </p:sp>
        <p:sp>
          <p:nvSpPr>
            <p:cNvPr id="11" name="10 Redondear rectángulo de esquina diagonal"/>
            <p:cNvSpPr/>
            <p:nvPr/>
          </p:nvSpPr>
          <p:spPr bwMode="auto">
            <a:xfrm flipH="1">
              <a:off x="5593" y="5979"/>
              <a:ext cx="1232" cy="2102"/>
            </a:xfrm>
            <a:prstGeom prst="round2DiagRect">
              <a:avLst>
                <a:gd name="adj1" fmla="val 32602"/>
                <a:gd name="adj2" fmla="val 0"/>
              </a:avLst>
            </a:prstGeom>
            <a:solidFill>
              <a:schemeClr val="accent1"/>
            </a:solidFill>
            <a:ln w="3175" cap="rnd" cmpd="sng">
              <a:noFill/>
              <a:bevel/>
            </a:ln>
            <a:effectLst>
              <a:outerShdw blurRad="1270000" sx="96000" sy="96000" algn="ctr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contourClr>
                <a:srgbClr val="BEC7CC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30" tIns="12615" rIns="25230" bIns="12615" rtlCol="0" anchor="b"/>
            <a:lstStyle/>
            <a:p>
              <a:pPr algn="ctr" defTabSz="890905"/>
              <a:r>
                <a:rPr lang="es-MX" sz="2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anose="020F0502020204030204" pitchFamily="34" charset="0"/>
                  <a:cs typeface="+mn-ea"/>
                  <a:sym typeface="Calibri" panose="020F0502020204030204" pitchFamily="34" charset="0"/>
                </a:rPr>
                <a:t>01</a:t>
              </a:r>
              <a:endParaRPr lang="es-SV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+mn-ea"/>
                <a:sym typeface="Calibri" panose="020F0502020204030204" pitchFamily="34" charset="0"/>
              </a:endParaRPr>
            </a:p>
          </p:txBody>
        </p:sp>
      </p:grpSp>
      <p:sp>
        <p:nvSpPr>
          <p:cNvPr id="20" name="2 Rectángulo"/>
          <p:cNvSpPr/>
          <p:nvPr/>
        </p:nvSpPr>
        <p:spPr bwMode="auto">
          <a:xfrm>
            <a:off x="1439545" y="5320026"/>
            <a:ext cx="9176385" cy="6159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lIns="0" tIns="0" rIns="0" bIns="0" rtlCol="0" anchor="ctr"/>
          <a:lstStyle/>
          <a:p>
            <a:pPr algn="ctr" defTabSz="890905"/>
            <a:endParaRPr lang="es-SV">
              <a:solidFill>
                <a:srgbClr val="000000"/>
              </a:solidFill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37" name="TextBox 8"/>
          <p:cNvSpPr txBox="1"/>
          <p:nvPr/>
        </p:nvSpPr>
        <p:spPr>
          <a:xfrm>
            <a:off x="3363529" y="272899"/>
            <a:ext cx="4085656" cy="43088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zh-CN" altLang="en-US" sz="2800" b="1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试用期培训与学习情况</a:t>
            </a:r>
            <a:endParaRPr lang="zh-CN" altLang="en-US" sz="2800" b="1" dirty="0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38" name="iconfont-11790-5634312"/>
          <p:cNvSpPr>
            <a:spLocks noChangeAspect="1"/>
          </p:cNvSpPr>
          <p:nvPr/>
        </p:nvSpPr>
        <p:spPr bwMode="auto">
          <a:xfrm>
            <a:off x="2586351" y="187132"/>
            <a:ext cx="609525" cy="609685"/>
          </a:xfrm>
          <a:custGeom>
            <a:avLst/>
            <a:gdLst>
              <a:gd name="T0" fmla="*/ 3779 w 7964"/>
              <a:gd name="T1" fmla="*/ 2906 h 7964"/>
              <a:gd name="T2" fmla="*/ 2906 w 7964"/>
              <a:gd name="T3" fmla="*/ 3779 h 7964"/>
              <a:gd name="T4" fmla="*/ 3779 w 7964"/>
              <a:gd name="T5" fmla="*/ 4651 h 7964"/>
              <a:gd name="T6" fmla="*/ 4651 w 7964"/>
              <a:gd name="T7" fmla="*/ 3779 h 7964"/>
              <a:gd name="T8" fmla="*/ 3779 w 7964"/>
              <a:gd name="T9" fmla="*/ 2906 h 7964"/>
              <a:gd name="T10" fmla="*/ 4198 w 7964"/>
              <a:gd name="T11" fmla="*/ 3444 h 7964"/>
              <a:gd name="T12" fmla="*/ 3779 w 7964"/>
              <a:gd name="T13" fmla="*/ 3242 h 7964"/>
              <a:gd name="T14" fmla="*/ 3339 w 7964"/>
              <a:gd name="T15" fmla="*/ 3470 h 7964"/>
              <a:gd name="T16" fmla="*/ 3229 w 7964"/>
              <a:gd name="T17" fmla="*/ 3394 h 7964"/>
              <a:gd name="T18" fmla="*/ 3779 w 7964"/>
              <a:gd name="T19" fmla="*/ 3107 h 7964"/>
              <a:gd name="T20" fmla="*/ 4303 w 7964"/>
              <a:gd name="T21" fmla="*/ 3360 h 7964"/>
              <a:gd name="T22" fmla="*/ 4198 w 7964"/>
              <a:gd name="T23" fmla="*/ 3444 h 7964"/>
              <a:gd name="T24" fmla="*/ 7651 w 7964"/>
              <a:gd name="T25" fmla="*/ 2432 h 7964"/>
              <a:gd name="T26" fmla="*/ 6798 w 7964"/>
              <a:gd name="T27" fmla="*/ 1166 h 7964"/>
              <a:gd name="T28" fmla="*/ 5532 w 7964"/>
              <a:gd name="T29" fmla="*/ 313 h 7964"/>
              <a:gd name="T30" fmla="*/ 3982 w 7964"/>
              <a:gd name="T31" fmla="*/ 0 h 7964"/>
              <a:gd name="T32" fmla="*/ 2432 w 7964"/>
              <a:gd name="T33" fmla="*/ 313 h 7964"/>
              <a:gd name="T34" fmla="*/ 1166 w 7964"/>
              <a:gd name="T35" fmla="*/ 1166 h 7964"/>
              <a:gd name="T36" fmla="*/ 313 w 7964"/>
              <a:gd name="T37" fmla="*/ 2432 h 7964"/>
              <a:gd name="T38" fmla="*/ 0 w 7964"/>
              <a:gd name="T39" fmla="*/ 3982 h 7964"/>
              <a:gd name="T40" fmla="*/ 313 w 7964"/>
              <a:gd name="T41" fmla="*/ 5532 h 7964"/>
              <a:gd name="T42" fmla="*/ 1166 w 7964"/>
              <a:gd name="T43" fmla="*/ 6798 h 7964"/>
              <a:gd name="T44" fmla="*/ 2432 w 7964"/>
              <a:gd name="T45" fmla="*/ 7651 h 7964"/>
              <a:gd name="T46" fmla="*/ 3982 w 7964"/>
              <a:gd name="T47" fmla="*/ 7964 h 7964"/>
              <a:gd name="T48" fmla="*/ 5532 w 7964"/>
              <a:gd name="T49" fmla="*/ 7651 h 7964"/>
              <a:gd name="T50" fmla="*/ 6798 w 7964"/>
              <a:gd name="T51" fmla="*/ 6798 h 7964"/>
              <a:gd name="T52" fmla="*/ 7651 w 7964"/>
              <a:gd name="T53" fmla="*/ 5532 h 7964"/>
              <a:gd name="T54" fmla="*/ 7964 w 7964"/>
              <a:gd name="T55" fmla="*/ 3982 h 7964"/>
              <a:gd name="T56" fmla="*/ 7651 w 7964"/>
              <a:gd name="T57" fmla="*/ 2432 h 7964"/>
              <a:gd name="T58" fmla="*/ 5292 w 7964"/>
              <a:gd name="T59" fmla="*/ 5141 h 7964"/>
              <a:gd name="T60" fmla="*/ 5161 w 7964"/>
              <a:gd name="T61" fmla="*/ 5289 h 7964"/>
              <a:gd name="T62" fmla="*/ 4960 w 7964"/>
              <a:gd name="T63" fmla="*/ 5285 h 7964"/>
              <a:gd name="T64" fmla="*/ 4423 w 7964"/>
              <a:gd name="T65" fmla="*/ 4739 h 7964"/>
              <a:gd name="T66" fmla="*/ 4414 w 7964"/>
              <a:gd name="T67" fmla="*/ 4726 h 7964"/>
              <a:gd name="T68" fmla="*/ 3779 w 7964"/>
              <a:gd name="T69" fmla="*/ 4920 h 7964"/>
              <a:gd name="T70" fmla="*/ 2637 w 7964"/>
              <a:gd name="T71" fmla="*/ 3779 h 7964"/>
              <a:gd name="T72" fmla="*/ 3779 w 7964"/>
              <a:gd name="T73" fmla="*/ 2638 h 7964"/>
              <a:gd name="T74" fmla="*/ 4920 w 7964"/>
              <a:gd name="T75" fmla="*/ 3779 h 7964"/>
              <a:gd name="T76" fmla="*/ 4734 w 7964"/>
              <a:gd name="T77" fmla="*/ 4402 h 7964"/>
              <a:gd name="T78" fmla="*/ 4740 w 7964"/>
              <a:gd name="T79" fmla="*/ 4406 h 7964"/>
              <a:gd name="T80" fmla="*/ 5281 w 7964"/>
              <a:gd name="T81" fmla="*/ 4947 h 7964"/>
              <a:gd name="T82" fmla="*/ 5292 w 7964"/>
              <a:gd name="T83" fmla="*/ 5141 h 79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7964" h="7964">
                <a:moveTo>
                  <a:pt x="3779" y="2906"/>
                </a:moveTo>
                <a:cubicBezTo>
                  <a:pt x="3297" y="2906"/>
                  <a:pt x="2906" y="3297"/>
                  <a:pt x="2906" y="3779"/>
                </a:cubicBezTo>
                <a:cubicBezTo>
                  <a:pt x="2906" y="4260"/>
                  <a:pt x="3297" y="4651"/>
                  <a:pt x="3779" y="4651"/>
                </a:cubicBezTo>
                <a:cubicBezTo>
                  <a:pt x="4261" y="4651"/>
                  <a:pt x="4651" y="4260"/>
                  <a:pt x="4651" y="3779"/>
                </a:cubicBezTo>
                <a:cubicBezTo>
                  <a:pt x="4651" y="3297"/>
                  <a:pt x="4261" y="2906"/>
                  <a:pt x="3779" y="2906"/>
                </a:cubicBezTo>
                <a:close/>
                <a:moveTo>
                  <a:pt x="4198" y="3444"/>
                </a:moveTo>
                <a:cubicBezTo>
                  <a:pt x="4100" y="3321"/>
                  <a:pt x="3949" y="3242"/>
                  <a:pt x="3779" y="3242"/>
                </a:cubicBezTo>
                <a:cubicBezTo>
                  <a:pt x="3597" y="3242"/>
                  <a:pt x="3437" y="3332"/>
                  <a:pt x="3339" y="3470"/>
                </a:cubicBezTo>
                <a:lnTo>
                  <a:pt x="3229" y="3394"/>
                </a:lnTo>
                <a:cubicBezTo>
                  <a:pt x="3351" y="3221"/>
                  <a:pt x="3551" y="3107"/>
                  <a:pt x="3779" y="3107"/>
                </a:cubicBezTo>
                <a:cubicBezTo>
                  <a:pt x="3991" y="3107"/>
                  <a:pt x="4180" y="3206"/>
                  <a:pt x="4303" y="3360"/>
                </a:cubicBezTo>
                <a:lnTo>
                  <a:pt x="4198" y="3444"/>
                </a:lnTo>
                <a:close/>
                <a:moveTo>
                  <a:pt x="7651" y="2432"/>
                </a:moveTo>
                <a:cubicBezTo>
                  <a:pt x="7451" y="1958"/>
                  <a:pt x="7164" y="1532"/>
                  <a:pt x="6798" y="1166"/>
                </a:cubicBezTo>
                <a:cubicBezTo>
                  <a:pt x="6432" y="800"/>
                  <a:pt x="6006" y="513"/>
                  <a:pt x="5532" y="313"/>
                </a:cubicBezTo>
                <a:cubicBezTo>
                  <a:pt x="5041" y="105"/>
                  <a:pt x="4520" y="0"/>
                  <a:pt x="3982" y="0"/>
                </a:cubicBezTo>
                <a:cubicBezTo>
                  <a:pt x="3444" y="0"/>
                  <a:pt x="2923" y="105"/>
                  <a:pt x="2432" y="313"/>
                </a:cubicBezTo>
                <a:cubicBezTo>
                  <a:pt x="1958" y="513"/>
                  <a:pt x="1532" y="800"/>
                  <a:pt x="1166" y="1166"/>
                </a:cubicBezTo>
                <a:cubicBezTo>
                  <a:pt x="800" y="1532"/>
                  <a:pt x="513" y="1958"/>
                  <a:pt x="313" y="2432"/>
                </a:cubicBezTo>
                <a:cubicBezTo>
                  <a:pt x="105" y="2923"/>
                  <a:pt x="0" y="3444"/>
                  <a:pt x="0" y="3982"/>
                </a:cubicBezTo>
                <a:cubicBezTo>
                  <a:pt x="0" y="4520"/>
                  <a:pt x="105" y="5041"/>
                  <a:pt x="313" y="5532"/>
                </a:cubicBezTo>
                <a:cubicBezTo>
                  <a:pt x="513" y="6006"/>
                  <a:pt x="800" y="6432"/>
                  <a:pt x="1166" y="6798"/>
                </a:cubicBezTo>
                <a:cubicBezTo>
                  <a:pt x="1532" y="7164"/>
                  <a:pt x="1958" y="7451"/>
                  <a:pt x="2432" y="7651"/>
                </a:cubicBezTo>
                <a:cubicBezTo>
                  <a:pt x="2923" y="7859"/>
                  <a:pt x="3444" y="7964"/>
                  <a:pt x="3982" y="7964"/>
                </a:cubicBezTo>
                <a:cubicBezTo>
                  <a:pt x="4520" y="7964"/>
                  <a:pt x="5041" y="7859"/>
                  <a:pt x="5532" y="7651"/>
                </a:cubicBezTo>
                <a:cubicBezTo>
                  <a:pt x="6006" y="7451"/>
                  <a:pt x="6432" y="7164"/>
                  <a:pt x="6798" y="6798"/>
                </a:cubicBezTo>
                <a:cubicBezTo>
                  <a:pt x="7164" y="6432"/>
                  <a:pt x="7451" y="6006"/>
                  <a:pt x="7651" y="5532"/>
                </a:cubicBezTo>
                <a:cubicBezTo>
                  <a:pt x="7859" y="5041"/>
                  <a:pt x="7964" y="4520"/>
                  <a:pt x="7964" y="3982"/>
                </a:cubicBezTo>
                <a:cubicBezTo>
                  <a:pt x="7964" y="3444"/>
                  <a:pt x="7859" y="2923"/>
                  <a:pt x="7651" y="2432"/>
                </a:cubicBezTo>
                <a:close/>
                <a:moveTo>
                  <a:pt x="5292" y="5141"/>
                </a:moveTo>
                <a:lnTo>
                  <a:pt x="5161" y="5289"/>
                </a:lnTo>
                <a:cubicBezTo>
                  <a:pt x="5109" y="5342"/>
                  <a:pt x="5013" y="5337"/>
                  <a:pt x="4960" y="5285"/>
                </a:cubicBezTo>
                <a:lnTo>
                  <a:pt x="4423" y="4739"/>
                </a:lnTo>
                <a:cubicBezTo>
                  <a:pt x="4419" y="4736"/>
                  <a:pt x="4417" y="4730"/>
                  <a:pt x="4414" y="4726"/>
                </a:cubicBezTo>
                <a:cubicBezTo>
                  <a:pt x="4232" y="4848"/>
                  <a:pt x="4014" y="4920"/>
                  <a:pt x="3779" y="4920"/>
                </a:cubicBezTo>
                <a:cubicBezTo>
                  <a:pt x="3148" y="4920"/>
                  <a:pt x="2637" y="4409"/>
                  <a:pt x="2637" y="3779"/>
                </a:cubicBezTo>
                <a:cubicBezTo>
                  <a:pt x="2637" y="3148"/>
                  <a:pt x="3148" y="2638"/>
                  <a:pt x="3779" y="2638"/>
                </a:cubicBezTo>
                <a:cubicBezTo>
                  <a:pt x="4409" y="2638"/>
                  <a:pt x="4920" y="3148"/>
                  <a:pt x="4920" y="3779"/>
                </a:cubicBezTo>
                <a:cubicBezTo>
                  <a:pt x="4920" y="4009"/>
                  <a:pt x="4851" y="4223"/>
                  <a:pt x="4734" y="4402"/>
                </a:cubicBezTo>
                <a:cubicBezTo>
                  <a:pt x="4736" y="4404"/>
                  <a:pt x="4738" y="4404"/>
                  <a:pt x="4740" y="4406"/>
                </a:cubicBezTo>
                <a:lnTo>
                  <a:pt x="5281" y="4947"/>
                </a:lnTo>
                <a:cubicBezTo>
                  <a:pt x="5334" y="5000"/>
                  <a:pt x="5345" y="5089"/>
                  <a:pt x="5292" y="514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3" name="Textbox 1"/>
          <p:cNvSpPr/>
          <p:nvPr/>
        </p:nvSpPr>
        <p:spPr>
          <a:xfrm>
            <a:off x="7397750" y="1605330"/>
            <a:ext cx="1508760" cy="634201"/>
          </a:xfrm>
          <a:prstGeom prst="rect">
            <a:avLst/>
          </a:prstGeom>
        </p:spPr>
        <p:txBody>
          <a:bodyPr wrap="square" lIns="89126" tIns="44540" rIns="89126" bIns="44540">
            <a:spAutoFit/>
          </a:bodyPr>
          <a:lstStyle/>
          <a:p>
            <a:pPr algn="ctr" defTabSz="890905">
              <a:lnSpc>
                <a:spcPct val="114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TCF-PDU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、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DC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程序调试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566" y="140834"/>
            <a:ext cx="2158091" cy="787173"/>
          </a:xfrm>
          <a:prstGeom prst="rect">
            <a:avLst/>
          </a:prstGeom>
        </p:spPr>
      </p:pic>
      <p:sp>
        <p:nvSpPr>
          <p:cNvPr id="2" name="Textbox 1"/>
          <p:cNvSpPr/>
          <p:nvPr/>
        </p:nvSpPr>
        <p:spPr>
          <a:xfrm>
            <a:off x="8716645" y="1138715"/>
            <a:ext cx="1508760" cy="634201"/>
          </a:xfrm>
          <a:prstGeom prst="rect">
            <a:avLst/>
          </a:prstGeom>
        </p:spPr>
        <p:txBody>
          <a:bodyPr wrap="square" lIns="89126" tIns="44540" rIns="89126" bIns="44540">
            <a:spAutoFit/>
          </a:bodyPr>
          <a:lstStyle/>
          <a:p>
            <a:pPr algn="ctr" defTabSz="890905">
              <a:lnSpc>
                <a:spcPct val="114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盈峰环境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1783-400A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霍尔标定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bldLvl="0" animBg="1"/>
      <p:bldP spid="26" grpId="0" bldLvl="0" animBg="1"/>
      <p:bldP spid="27" grpId="0" bldLvl="0" animBg="1"/>
      <p:bldP spid="28" grpId="0" bldLvl="0" animBg="1"/>
      <p:bldP spid="29" grpId="0" bldLvl="0" animBg="1"/>
      <p:bldP spid="30" grpId="0"/>
      <p:bldP spid="31" grpId="0"/>
      <p:bldP spid="32" grpId="0"/>
      <p:bldP spid="33" grpId="0"/>
      <p:bldP spid="34" grpId="0"/>
      <p:bldP spid="20" grpId="0" bldLvl="0" animBg="1"/>
      <p:bldP spid="3" grpId="0"/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 rot="16200000">
            <a:off x="7752198" y="2926634"/>
            <a:ext cx="2570336" cy="2572192"/>
            <a:chOff x="1455738" y="2371725"/>
            <a:chExt cx="2198688" cy="2200275"/>
          </a:xfrm>
        </p:grpSpPr>
        <p:sp>
          <p:nvSpPr>
            <p:cNvPr id="19" name="Freeform 7"/>
            <p:cNvSpPr/>
            <p:nvPr/>
          </p:nvSpPr>
          <p:spPr bwMode="auto">
            <a:xfrm>
              <a:off x="2035175" y="2967038"/>
              <a:ext cx="1071563" cy="1009650"/>
            </a:xfrm>
            <a:custGeom>
              <a:avLst/>
              <a:gdLst>
                <a:gd name="T0" fmla="*/ 277 w 570"/>
                <a:gd name="T1" fmla="*/ 0 h 536"/>
                <a:gd name="T2" fmla="*/ 217 w 570"/>
                <a:gd name="T3" fmla="*/ 7 h 536"/>
                <a:gd name="T4" fmla="*/ 50 w 570"/>
                <a:gd name="T5" fmla="*/ 126 h 536"/>
                <a:gd name="T6" fmla="*/ 16 w 570"/>
                <a:gd name="T7" fmla="*/ 328 h 536"/>
                <a:gd name="T8" fmla="*/ 276 w 570"/>
                <a:gd name="T9" fmla="*/ 536 h 536"/>
                <a:gd name="T10" fmla="*/ 336 w 570"/>
                <a:gd name="T11" fmla="*/ 529 h 536"/>
                <a:gd name="T12" fmla="*/ 538 w 570"/>
                <a:gd name="T13" fmla="*/ 208 h 536"/>
                <a:gd name="T14" fmla="*/ 277 w 570"/>
                <a:gd name="T1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0" h="536">
                  <a:moveTo>
                    <a:pt x="277" y="0"/>
                  </a:moveTo>
                  <a:cubicBezTo>
                    <a:pt x="257" y="0"/>
                    <a:pt x="237" y="3"/>
                    <a:pt x="217" y="7"/>
                  </a:cubicBezTo>
                  <a:cubicBezTo>
                    <a:pt x="147" y="23"/>
                    <a:pt x="88" y="65"/>
                    <a:pt x="50" y="126"/>
                  </a:cubicBezTo>
                  <a:cubicBezTo>
                    <a:pt x="12" y="186"/>
                    <a:pt x="0" y="258"/>
                    <a:pt x="16" y="328"/>
                  </a:cubicBezTo>
                  <a:cubicBezTo>
                    <a:pt x="44" y="450"/>
                    <a:pt x="151" y="536"/>
                    <a:pt x="276" y="536"/>
                  </a:cubicBezTo>
                  <a:cubicBezTo>
                    <a:pt x="296" y="536"/>
                    <a:pt x="316" y="533"/>
                    <a:pt x="336" y="529"/>
                  </a:cubicBezTo>
                  <a:cubicBezTo>
                    <a:pt x="480" y="496"/>
                    <a:pt x="570" y="352"/>
                    <a:pt x="538" y="208"/>
                  </a:cubicBezTo>
                  <a:cubicBezTo>
                    <a:pt x="510" y="86"/>
                    <a:pt x="402" y="0"/>
                    <a:pt x="27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12192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600" algn="l" defTabSz="12192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200" algn="l" defTabSz="12192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800" algn="l" defTabSz="12192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400" algn="l" defTabSz="12192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8000" algn="l" defTabSz="12192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600" algn="l" defTabSz="12192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200" algn="l" defTabSz="12192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800" algn="l" defTabSz="12192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endParaRPr>
            </a:p>
          </p:txBody>
        </p:sp>
        <p:sp>
          <p:nvSpPr>
            <p:cNvPr id="20" name="Freeform 8"/>
            <p:cNvSpPr>
              <a:spLocks noEditPoints="1"/>
            </p:cNvSpPr>
            <p:nvPr/>
          </p:nvSpPr>
          <p:spPr bwMode="auto">
            <a:xfrm>
              <a:off x="1455738" y="2371725"/>
              <a:ext cx="2198688" cy="2200275"/>
            </a:xfrm>
            <a:custGeom>
              <a:avLst/>
              <a:gdLst>
                <a:gd name="T0" fmla="*/ 1055 w 1169"/>
                <a:gd name="T1" fmla="*/ 596 h 1170"/>
                <a:gd name="T2" fmla="*/ 1169 w 1169"/>
                <a:gd name="T3" fmla="*/ 551 h 1170"/>
                <a:gd name="T4" fmla="*/ 1156 w 1169"/>
                <a:gd name="T5" fmla="*/ 455 h 1170"/>
                <a:gd name="T6" fmla="*/ 1153 w 1169"/>
                <a:gd name="T7" fmla="*/ 446 h 1170"/>
                <a:gd name="T8" fmla="*/ 1031 w 1169"/>
                <a:gd name="T9" fmla="*/ 436 h 1170"/>
                <a:gd name="T10" fmla="*/ 998 w 1169"/>
                <a:gd name="T11" fmla="*/ 359 h 1170"/>
                <a:gd name="T12" fmla="*/ 1074 w 1169"/>
                <a:gd name="T13" fmla="*/ 263 h 1170"/>
                <a:gd name="T14" fmla="*/ 1008 w 1169"/>
                <a:gd name="T15" fmla="*/ 180 h 1170"/>
                <a:gd name="T16" fmla="*/ 897 w 1169"/>
                <a:gd name="T17" fmla="*/ 233 h 1170"/>
                <a:gd name="T18" fmla="*/ 829 w 1169"/>
                <a:gd name="T19" fmla="*/ 183 h 1170"/>
                <a:gd name="T20" fmla="*/ 847 w 1169"/>
                <a:gd name="T21" fmla="*/ 62 h 1170"/>
                <a:gd name="T22" fmla="*/ 749 w 1169"/>
                <a:gd name="T23" fmla="*/ 23 h 1170"/>
                <a:gd name="T24" fmla="*/ 679 w 1169"/>
                <a:gd name="T25" fmla="*/ 124 h 1170"/>
                <a:gd name="T26" fmla="*/ 596 w 1169"/>
                <a:gd name="T27" fmla="*/ 114 h 1170"/>
                <a:gd name="T28" fmla="*/ 550 w 1169"/>
                <a:gd name="T29" fmla="*/ 0 h 1170"/>
                <a:gd name="T30" fmla="*/ 454 w 1169"/>
                <a:gd name="T31" fmla="*/ 14 h 1170"/>
                <a:gd name="T32" fmla="*/ 446 w 1169"/>
                <a:gd name="T33" fmla="*/ 16 h 1170"/>
                <a:gd name="T34" fmla="*/ 436 w 1169"/>
                <a:gd name="T35" fmla="*/ 139 h 1170"/>
                <a:gd name="T36" fmla="*/ 359 w 1169"/>
                <a:gd name="T37" fmla="*/ 172 h 1170"/>
                <a:gd name="T38" fmla="*/ 262 w 1169"/>
                <a:gd name="T39" fmla="*/ 96 h 1170"/>
                <a:gd name="T40" fmla="*/ 180 w 1169"/>
                <a:gd name="T41" fmla="*/ 162 h 1170"/>
                <a:gd name="T42" fmla="*/ 232 w 1169"/>
                <a:gd name="T43" fmla="*/ 273 h 1170"/>
                <a:gd name="T44" fmla="*/ 183 w 1169"/>
                <a:gd name="T45" fmla="*/ 340 h 1170"/>
                <a:gd name="T46" fmla="*/ 61 w 1169"/>
                <a:gd name="T47" fmla="*/ 323 h 1170"/>
                <a:gd name="T48" fmla="*/ 22 w 1169"/>
                <a:gd name="T49" fmla="*/ 421 h 1170"/>
                <a:gd name="T50" fmla="*/ 123 w 1169"/>
                <a:gd name="T51" fmla="*/ 491 h 1170"/>
                <a:gd name="T52" fmla="*/ 114 w 1169"/>
                <a:gd name="T53" fmla="*/ 574 h 1170"/>
                <a:gd name="T54" fmla="*/ 0 w 1169"/>
                <a:gd name="T55" fmla="*/ 619 h 1170"/>
                <a:gd name="T56" fmla="*/ 14 w 1169"/>
                <a:gd name="T57" fmla="*/ 716 h 1170"/>
                <a:gd name="T58" fmla="*/ 16 w 1169"/>
                <a:gd name="T59" fmla="*/ 724 h 1170"/>
                <a:gd name="T60" fmla="*/ 138 w 1169"/>
                <a:gd name="T61" fmla="*/ 734 h 1170"/>
                <a:gd name="T62" fmla="*/ 171 w 1169"/>
                <a:gd name="T63" fmla="*/ 811 h 1170"/>
                <a:gd name="T64" fmla="*/ 95 w 1169"/>
                <a:gd name="T65" fmla="*/ 907 h 1170"/>
                <a:gd name="T66" fmla="*/ 161 w 1169"/>
                <a:gd name="T67" fmla="*/ 990 h 1170"/>
                <a:gd name="T68" fmla="*/ 272 w 1169"/>
                <a:gd name="T69" fmla="*/ 937 h 1170"/>
                <a:gd name="T70" fmla="*/ 340 w 1169"/>
                <a:gd name="T71" fmla="*/ 987 h 1170"/>
                <a:gd name="T72" fmla="*/ 322 w 1169"/>
                <a:gd name="T73" fmla="*/ 1109 h 1170"/>
                <a:gd name="T74" fmla="*/ 420 w 1169"/>
                <a:gd name="T75" fmla="*/ 1147 h 1170"/>
                <a:gd name="T76" fmla="*/ 490 w 1169"/>
                <a:gd name="T77" fmla="*/ 1046 h 1170"/>
                <a:gd name="T78" fmla="*/ 574 w 1169"/>
                <a:gd name="T79" fmla="*/ 1056 h 1170"/>
                <a:gd name="T80" fmla="*/ 619 w 1169"/>
                <a:gd name="T81" fmla="*/ 1170 h 1170"/>
                <a:gd name="T82" fmla="*/ 715 w 1169"/>
                <a:gd name="T83" fmla="*/ 1156 h 1170"/>
                <a:gd name="T84" fmla="*/ 723 w 1169"/>
                <a:gd name="T85" fmla="*/ 1154 h 1170"/>
                <a:gd name="T86" fmla="*/ 733 w 1169"/>
                <a:gd name="T87" fmla="*/ 1032 h 1170"/>
                <a:gd name="T88" fmla="*/ 810 w 1169"/>
                <a:gd name="T89" fmla="*/ 998 h 1170"/>
                <a:gd name="T90" fmla="*/ 907 w 1169"/>
                <a:gd name="T91" fmla="*/ 1074 h 1170"/>
                <a:gd name="T92" fmla="*/ 989 w 1169"/>
                <a:gd name="T93" fmla="*/ 1008 h 1170"/>
                <a:gd name="T94" fmla="*/ 937 w 1169"/>
                <a:gd name="T95" fmla="*/ 897 h 1170"/>
                <a:gd name="T96" fmla="*/ 987 w 1169"/>
                <a:gd name="T97" fmla="*/ 830 h 1170"/>
                <a:gd name="T98" fmla="*/ 1108 w 1169"/>
                <a:gd name="T99" fmla="*/ 848 h 1170"/>
                <a:gd name="T100" fmla="*/ 1147 w 1169"/>
                <a:gd name="T101" fmla="*/ 749 h 1170"/>
                <a:gd name="T102" fmla="*/ 1046 w 1169"/>
                <a:gd name="T103" fmla="*/ 679 h 1170"/>
                <a:gd name="T104" fmla="*/ 1055 w 1169"/>
                <a:gd name="T105" fmla="*/ 596 h 1170"/>
                <a:gd name="T106" fmla="*/ 657 w 1169"/>
                <a:gd name="T107" fmla="*/ 901 h 1170"/>
                <a:gd name="T108" fmla="*/ 584 w 1169"/>
                <a:gd name="T109" fmla="*/ 909 h 1170"/>
                <a:gd name="T110" fmla="*/ 384 w 1169"/>
                <a:gd name="T111" fmla="*/ 839 h 1170"/>
                <a:gd name="T112" fmla="*/ 269 w 1169"/>
                <a:gd name="T113" fmla="*/ 657 h 1170"/>
                <a:gd name="T114" fmla="*/ 310 w 1169"/>
                <a:gd name="T115" fmla="*/ 413 h 1170"/>
                <a:gd name="T116" fmla="*/ 512 w 1169"/>
                <a:gd name="T117" fmla="*/ 270 h 1170"/>
                <a:gd name="T118" fmla="*/ 585 w 1169"/>
                <a:gd name="T119" fmla="*/ 261 h 1170"/>
                <a:gd name="T120" fmla="*/ 785 w 1169"/>
                <a:gd name="T121" fmla="*/ 331 h 1170"/>
                <a:gd name="T122" fmla="*/ 900 w 1169"/>
                <a:gd name="T123" fmla="*/ 513 h 1170"/>
                <a:gd name="T124" fmla="*/ 657 w 1169"/>
                <a:gd name="T125" fmla="*/ 901 h 1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169" h="1170">
                  <a:moveTo>
                    <a:pt x="1055" y="596"/>
                  </a:moveTo>
                  <a:cubicBezTo>
                    <a:pt x="1101" y="580"/>
                    <a:pt x="1140" y="564"/>
                    <a:pt x="1169" y="551"/>
                  </a:cubicBezTo>
                  <a:cubicBezTo>
                    <a:pt x="1167" y="519"/>
                    <a:pt x="1163" y="487"/>
                    <a:pt x="1156" y="455"/>
                  </a:cubicBezTo>
                  <a:cubicBezTo>
                    <a:pt x="1155" y="452"/>
                    <a:pt x="1154" y="449"/>
                    <a:pt x="1153" y="446"/>
                  </a:cubicBezTo>
                  <a:cubicBezTo>
                    <a:pt x="1121" y="442"/>
                    <a:pt x="1080" y="438"/>
                    <a:pt x="1031" y="436"/>
                  </a:cubicBezTo>
                  <a:cubicBezTo>
                    <a:pt x="1022" y="409"/>
                    <a:pt x="1011" y="384"/>
                    <a:pt x="998" y="359"/>
                  </a:cubicBezTo>
                  <a:cubicBezTo>
                    <a:pt x="1030" y="322"/>
                    <a:pt x="1055" y="290"/>
                    <a:pt x="1074" y="263"/>
                  </a:cubicBezTo>
                  <a:cubicBezTo>
                    <a:pt x="1054" y="233"/>
                    <a:pt x="1032" y="206"/>
                    <a:pt x="1008" y="180"/>
                  </a:cubicBezTo>
                  <a:cubicBezTo>
                    <a:pt x="977" y="193"/>
                    <a:pt x="940" y="210"/>
                    <a:pt x="897" y="233"/>
                  </a:cubicBezTo>
                  <a:cubicBezTo>
                    <a:pt x="876" y="214"/>
                    <a:pt x="853" y="198"/>
                    <a:pt x="829" y="183"/>
                  </a:cubicBezTo>
                  <a:cubicBezTo>
                    <a:pt x="838" y="135"/>
                    <a:pt x="844" y="94"/>
                    <a:pt x="847" y="62"/>
                  </a:cubicBezTo>
                  <a:cubicBezTo>
                    <a:pt x="816" y="46"/>
                    <a:pt x="783" y="33"/>
                    <a:pt x="749" y="23"/>
                  </a:cubicBezTo>
                  <a:cubicBezTo>
                    <a:pt x="729" y="49"/>
                    <a:pt x="705" y="82"/>
                    <a:pt x="679" y="124"/>
                  </a:cubicBezTo>
                  <a:cubicBezTo>
                    <a:pt x="652" y="118"/>
                    <a:pt x="624" y="115"/>
                    <a:pt x="596" y="114"/>
                  </a:cubicBezTo>
                  <a:cubicBezTo>
                    <a:pt x="579" y="68"/>
                    <a:pt x="564" y="30"/>
                    <a:pt x="550" y="0"/>
                  </a:cubicBezTo>
                  <a:cubicBezTo>
                    <a:pt x="518" y="2"/>
                    <a:pt x="486" y="7"/>
                    <a:pt x="454" y="14"/>
                  </a:cubicBezTo>
                  <a:cubicBezTo>
                    <a:pt x="451" y="15"/>
                    <a:pt x="449" y="15"/>
                    <a:pt x="446" y="16"/>
                  </a:cubicBezTo>
                  <a:cubicBezTo>
                    <a:pt x="441" y="49"/>
                    <a:pt x="438" y="89"/>
                    <a:pt x="436" y="139"/>
                  </a:cubicBezTo>
                  <a:cubicBezTo>
                    <a:pt x="409" y="147"/>
                    <a:pt x="383" y="159"/>
                    <a:pt x="359" y="172"/>
                  </a:cubicBezTo>
                  <a:cubicBezTo>
                    <a:pt x="321" y="140"/>
                    <a:pt x="289" y="115"/>
                    <a:pt x="262" y="96"/>
                  </a:cubicBezTo>
                  <a:cubicBezTo>
                    <a:pt x="233" y="115"/>
                    <a:pt x="205" y="137"/>
                    <a:pt x="180" y="162"/>
                  </a:cubicBezTo>
                  <a:cubicBezTo>
                    <a:pt x="192" y="192"/>
                    <a:pt x="210" y="229"/>
                    <a:pt x="232" y="273"/>
                  </a:cubicBezTo>
                  <a:cubicBezTo>
                    <a:pt x="214" y="294"/>
                    <a:pt x="197" y="316"/>
                    <a:pt x="183" y="340"/>
                  </a:cubicBezTo>
                  <a:cubicBezTo>
                    <a:pt x="134" y="331"/>
                    <a:pt x="94" y="325"/>
                    <a:pt x="61" y="323"/>
                  </a:cubicBezTo>
                  <a:cubicBezTo>
                    <a:pt x="45" y="354"/>
                    <a:pt x="32" y="387"/>
                    <a:pt x="22" y="421"/>
                  </a:cubicBezTo>
                  <a:cubicBezTo>
                    <a:pt x="48" y="441"/>
                    <a:pt x="82" y="464"/>
                    <a:pt x="123" y="491"/>
                  </a:cubicBezTo>
                  <a:cubicBezTo>
                    <a:pt x="118" y="518"/>
                    <a:pt x="115" y="546"/>
                    <a:pt x="114" y="574"/>
                  </a:cubicBezTo>
                  <a:cubicBezTo>
                    <a:pt x="68" y="590"/>
                    <a:pt x="30" y="606"/>
                    <a:pt x="0" y="619"/>
                  </a:cubicBezTo>
                  <a:cubicBezTo>
                    <a:pt x="2" y="651"/>
                    <a:pt x="6" y="683"/>
                    <a:pt x="14" y="716"/>
                  </a:cubicBezTo>
                  <a:cubicBezTo>
                    <a:pt x="14" y="718"/>
                    <a:pt x="15" y="721"/>
                    <a:pt x="16" y="724"/>
                  </a:cubicBezTo>
                  <a:cubicBezTo>
                    <a:pt x="48" y="729"/>
                    <a:pt x="89" y="732"/>
                    <a:pt x="138" y="734"/>
                  </a:cubicBezTo>
                  <a:cubicBezTo>
                    <a:pt x="147" y="761"/>
                    <a:pt x="158" y="787"/>
                    <a:pt x="171" y="811"/>
                  </a:cubicBezTo>
                  <a:cubicBezTo>
                    <a:pt x="140" y="848"/>
                    <a:pt x="114" y="880"/>
                    <a:pt x="95" y="907"/>
                  </a:cubicBezTo>
                  <a:cubicBezTo>
                    <a:pt x="115" y="937"/>
                    <a:pt x="137" y="965"/>
                    <a:pt x="161" y="990"/>
                  </a:cubicBezTo>
                  <a:cubicBezTo>
                    <a:pt x="192" y="977"/>
                    <a:pt x="229" y="960"/>
                    <a:pt x="272" y="937"/>
                  </a:cubicBezTo>
                  <a:cubicBezTo>
                    <a:pt x="293" y="956"/>
                    <a:pt x="316" y="972"/>
                    <a:pt x="340" y="987"/>
                  </a:cubicBezTo>
                  <a:cubicBezTo>
                    <a:pt x="331" y="1035"/>
                    <a:pt x="325" y="1076"/>
                    <a:pt x="322" y="1109"/>
                  </a:cubicBezTo>
                  <a:cubicBezTo>
                    <a:pt x="354" y="1124"/>
                    <a:pt x="386" y="1137"/>
                    <a:pt x="420" y="1147"/>
                  </a:cubicBezTo>
                  <a:cubicBezTo>
                    <a:pt x="441" y="1121"/>
                    <a:pt x="464" y="1088"/>
                    <a:pt x="490" y="1046"/>
                  </a:cubicBezTo>
                  <a:cubicBezTo>
                    <a:pt x="517" y="1052"/>
                    <a:pt x="545" y="1055"/>
                    <a:pt x="574" y="1056"/>
                  </a:cubicBezTo>
                  <a:cubicBezTo>
                    <a:pt x="590" y="1102"/>
                    <a:pt x="605" y="1140"/>
                    <a:pt x="619" y="1170"/>
                  </a:cubicBezTo>
                  <a:cubicBezTo>
                    <a:pt x="651" y="1168"/>
                    <a:pt x="683" y="1163"/>
                    <a:pt x="715" y="1156"/>
                  </a:cubicBezTo>
                  <a:cubicBezTo>
                    <a:pt x="718" y="1155"/>
                    <a:pt x="721" y="1155"/>
                    <a:pt x="723" y="1154"/>
                  </a:cubicBezTo>
                  <a:cubicBezTo>
                    <a:pt x="728" y="1121"/>
                    <a:pt x="731" y="1081"/>
                    <a:pt x="733" y="1032"/>
                  </a:cubicBezTo>
                  <a:cubicBezTo>
                    <a:pt x="760" y="1023"/>
                    <a:pt x="786" y="1011"/>
                    <a:pt x="810" y="998"/>
                  </a:cubicBezTo>
                  <a:cubicBezTo>
                    <a:pt x="848" y="1030"/>
                    <a:pt x="880" y="1055"/>
                    <a:pt x="907" y="1074"/>
                  </a:cubicBezTo>
                  <a:cubicBezTo>
                    <a:pt x="936" y="1055"/>
                    <a:pt x="964" y="1033"/>
                    <a:pt x="989" y="1008"/>
                  </a:cubicBezTo>
                  <a:cubicBezTo>
                    <a:pt x="977" y="978"/>
                    <a:pt x="960" y="941"/>
                    <a:pt x="937" y="897"/>
                  </a:cubicBezTo>
                  <a:cubicBezTo>
                    <a:pt x="955" y="876"/>
                    <a:pt x="972" y="854"/>
                    <a:pt x="987" y="830"/>
                  </a:cubicBezTo>
                  <a:cubicBezTo>
                    <a:pt x="1035" y="839"/>
                    <a:pt x="1075" y="845"/>
                    <a:pt x="1108" y="848"/>
                  </a:cubicBezTo>
                  <a:cubicBezTo>
                    <a:pt x="1124" y="816"/>
                    <a:pt x="1137" y="783"/>
                    <a:pt x="1147" y="749"/>
                  </a:cubicBezTo>
                  <a:cubicBezTo>
                    <a:pt x="1121" y="729"/>
                    <a:pt x="1087" y="706"/>
                    <a:pt x="1046" y="679"/>
                  </a:cubicBezTo>
                  <a:cubicBezTo>
                    <a:pt x="1051" y="652"/>
                    <a:pt x="1055" y="624"/>
                    <a:pt x="1055" y="596"/>
                  </a:cubicBezTo>
                  <a:close/>
                  <a:moveTo>
                    <a:pt x="657" y="901"/>
                  </a:moveTo>
                  <a:cubicBezTo>
                    <a:pt x="633" y="906"/>
                    <a:pt x="609" y="909"/>
                    <a:pt x="584" y="909"/>
                  </a:cubicBezTo>
                  <a:cubicBezTo>
                    <a:pt x="512" y="909"/>
                    <a:pt x="441" y="884"/>
                    <a:pt x="384" y="839"/>
                  </a:cubicBezTo>
                  <a:cubicBezTo>
                    <a:pt x="326" y="794"/>
                    <a:pt x="285" y="729"/>
                    <a:pt x="269" y="657"/>
                  </a:cubicBezTo>
                  <a:cubicBezTo>
                    <a:pt x="250" y="573"/>
                    <a:pt x="264" y="486"/>
                    <a:pt x="310" y="413"/>
                  </a:cubicBezTo>
                  <a:cubicBezTo>
                    <a:pt x="356" y="340"/>
                    <a:pt x="428" y="289"/>
                    <a:pt x="512" y="270"/>
                  </a:cubicBezTo>
                  <a:cubicBezTo>
                    <a:pt x="536" y="264"/>
                    <a:pt x="561" y="261"/>
                    <a:pt x="585" y="261"/>
                  </a:cubicBezTo>
                  <a:cubicBezTo>
                    <a:pt x="657" y="261"/>
                    <a:pt x="728" y="286"/>
                    <a:pt x="785" y="331"/>
                  </a:cubicBezTo>
                  <a:cubicBezTo>
                    <a:pt x="843" y="376"/>
                    <a:pt x="884" y="441"/>
                    <a:pt x="900" y="513"/>
                  </a:cubicBezTo>
                  <a:cubicBezTo>
                    <a:pt x="940" y="687"/>
                    <a:pt x="831" y="861"/>
                    <a:pt x="657" y="90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12192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600" algn="l" defTabSz="12192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200" algn="l" defTabSz="12192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800" algn="l" defTabSz="12192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400" algn="l" defTabSz="12192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8000" algn="l" defTabSz="12192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600" algn="l" defTabSz="12192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200" algn="l" defTabSz="12192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800" algn="l" defTabSz="12192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endParaRPr>
            </a:p>
          </p:txBody>
        </p:sp>
      </p:grpSp>
      <p:sp>
        <p:nvSpPr>
          <p:cNvPr id="4" name="Freeform 10"/>
          <p:cNvSpPr/>
          <p:nvPr/>
        </p:nvSpPr>
        <p:spPr bwMode="auto">
          <a:xfrm rot="16200000">
            <a:off x="7579605" y="4752781"/>
            <a:ext cx="1085665" cy="1087521"/>
          </a:xfrm>
          <a:custGeom>
            <a:avLst/>
            <a:gdLst>
              <a:gd name="T0" fmla="*/ 338 w 494"/>
              <a:gd name="T1" fmla="*/ 112 h 494"/>
              <a:gd name="T2" fmla="*/ 494 w 494"/>
              <a:gd name="T3" fmla="*/ 26 h 494"/>
              <a:gd name="T4" fmla="*/ 494 w 494"/>
              <a:gd name="T5" fmla="*/ 26 h 494"/>
              <a:gd name="T6" fmla="*/ 494 w 494"/>
              <a:gd name="T7" fmla="*/ 25 h 494"/>
              <a:gd name="T8" fmla="*/ 494 w 494"/>
              <a:gd name="T9" fmla="*/ 25 h 494"/>
              <a:gd name="T10" fmla="*/ 494 w 494"/>
              <a:gd name="T11" fmla="*/ 25 h 494"/>
              <a:gd name="T12" fmla="*/ 296 w 494"/>
              <a:gd name="T13" fmla="*/ 8 h 494"/>
              <a:gd name="T14" fmla="*/ 313 w 494"/>
              <a:gd name="T15" fmla="*/ 18 h 494"/>
              <a:gd name="T16" fmla="*/ 329 w 494"/>
              <a:gd name="T17" fmla="*/ 28 h 494"/>
              <a:gd name="T18" fmla="*/ 327 w 494"/>
              <a:gd name="T19" fmla="*/ 29 h 494"/>
              <a:gd name="T20" fmla="*/ 321 w 494"/>
              <a:gd name="T21" fmla="*/ 31 h 494"/>
              <a:gd name="T22" fmla="*/ 298 w 494"/>
              <a:gd name="T23" fmla="*/ 40 h 494"/>
              <a:gd name="T24" fmla="*/ 290 w 494"/>
              <a:gd name="T25" fmla="*/ 44 h 494"/>
              <a:gd name="T26" fmla="*/ 278 w 494"/>
              <a:gd name="T27" fmla="*/ 50 h 494"/>
              <a:gd name="T28" fmla="*/ 266 w 494"/>
              <a:gd name="T29" fmla="*/ 56 h 494"/>
              <a:gd name="T30" fmla="*/ 240 w 494"/>
              <a:gd name="T31" fmla="*/ 70 h 494"/>
              <a:gd name="T32" fmla="*/ 228 w 494"/>
              <a:gd name="T33" fmla="*/ 78 h 494"/>
              <a:gd name="T34" fmla="*/ 215 w 494"/>
              <a:gd name="T35" fmla="*/ 86 h 494"/>
              <a:gd name="T36" fmla="*/ 190 w 494"/>
              <a:gd name="T37" fmla="*/ 105 h 494"/>
              <a:gd name="T38" fmla="*/ 177 w 494"/>
              <a:gd name="T39" fmla="*/ 115 h 494"/>
              <a:gd name="T40" fmla="*/ 165 w 494"/>
              <a:gd name="T41" fmla="*/ 125 h 494"/>
              <a:gd name="T42" fmla="*/ 119 w 494"/>
              <a:gd name="T43" fmla="*/ 172 h 494"/>
              <a:gd name="T44" fmla="*/ 49 w 494"/>
              <a:gd name="T45" fmla="*/ 279 h 494"/>
              <a:gd name="T46" fmla="*/ 12 w 494"/>
              <a:gd name="T47" fmla="*/ 385 h 494"/>
              <a:gd name="T48" fmla="*/ 1 w 494"/>
              <a:gd name="T49" fmla="*/ 464 h 494"/>
              <a:gd name="T50" fmla="*/ 0 w 494"/>
              <a:gd name="T51" fmla="*/ 486 h 494"/>
              <a:gd name="T52" fmla="*/ 0 w 494"/>
              <a:gd name="T53" fmla="*/ 494 h 494"/>
              <a:gd name="T54" fmla="*/ 51 w 494"/>
              <a:gd name="T55" fmla="*/ 494 h 494"/>
              <a:gd name="T56" fmla="*/ 51 w 494"/>
              <a:gd name="T57" fmla="*/ 487 h 494"/>
              <a:gd name="T58" fmla="*/ 52 w 494"/>
              <a:gd name="T59" fmla="*/ 467 h 494"/>
              <a:gd name="T60" fmla="*/ 62 w 494"/>
              <a:gd name="T61" fmla="*/ 396 h 494"/>
              <a:gd name="T62" fmla="*/ 95 w 494"/>
              <a:gd name="T63" fmla="*/ 302 h 494"/>
              <a:gd name="T64" fmla="*/ 158 w 494"/>
              <a:gd name="T65" fmla="*/ 205 h 494"/>
              <a:gd name="T66" fmla="*/ 199 w 494"/>
              <a:gd name="T67" fmla="*/ 164 h 494"/>
              <a:gd name="T68" fmla="*/ 210 w 494"/>
              <a:gd name="T69" fmla="*/ 154 h 494"/>
              <a:gd name="T70" fmla="*/ 221 w 494"/>
              <a:gd name="T71" fmla="*/ 145 h 494"/>
              <a:gd name="T72" fmla="*/ 244 w 494"/>
              <a:gd name="T73" fmla="*/ 128 h 494"/>
              <a:gd name="T74" fmla="*/ 255 w 494"/>
              <a:gd name="T75" fmla="*/ 121 h 494"/>
              <a:gd name="T76" fmla="*/ 266 w 494"/>
              <a:gd name="T77" fmla="*/ 114 h 494"/>
              <a:gd name="T78" fmla="*/ 289 w 494"/>
              <a:gd name="T79" fmla="*/ 101 h 494"/>
              <a:gd name="T80" fmla="*/ 300 w 494"/>
              <a:gd name="T81" fmla="*/ 95 h 494"/>
              <a:gd name="T82" fmla="*/ 311 w 494"/>
              <a:gd name="T83" fmla="*/ 90 h 494"/>
              <a:gd name="T84" fmla="*/ 318 w 494"/>
              <a:gd name="T85" fmla="*/ 87 h 494"/>
              <a:gd name="T86" fmla="*/ 338 w 494"/>
              <a:gd name="T87" fmla="*/ 79 h 494"/>
              <a:gd name="T88" fmla="*/ 344 w 494"/>
              <a:gd name="T89" fmla="*/ 77 h 494"/>
              <a:gd name="T90" fmla="*/ 346 w 494"/>
              <a:gd name="T91" fmla="*/ 76 h 494"/>
              <a:gd name="T92" fmla="*/ 342 w 494"/>
              <a:gd name="T93" fmla="*/ 94 h 494"/>
              <a:gd name="T94" fmla="*/ 338 w 494"/>
              <a:gd name="T95" fmla="*/ 112 h 4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494" h="494">
                <a:moveTo>
                  <a:pt x="338" y="112"/>
                </a:moveTo>
                <a:cubicBezTo>
                  <a:pt x="380" y="75"/>
                  <a:pt x="433" y="44"/>
                  <a:pt x="494" y="26"/>
                </a:cubicBezTo>
                <a:cubicBezTo>
                  <a:pt x="494" y="26"/>
                  <a:pt x="494" y="26"/>
                  <a:pt x="494" y="26"/>
                </a:cubicBezTo>
                <a:cubicBezTo>
                  <a:pt x="494" y="25"/>
                  <a:pt x="494" y="25"/>
                  <a:pt x="494" y="25"/>
                </a:cubicBezTo>
                <a:cubicBezTo>
                  <a:pt x="494" y="25"/>
                  <a:pt x="494" y="25"/>
                  <a:pt x="494" y="25"/>
                </a:cubicBezTo>
                <a:cubicBezTo>
                  <a:pt x="494" y="25"/>
                  <a:pt x="494" y="25"/>
                  <a:pt x="494" y="25"/>
                </a:cubicBezTo>
                <a:cubicBezTo>
                  <a:pt x="433" y="7"/>
                  <a:pt x="366" y="0"/>
                  <a:pt x="296" y="8"/>
                </a:cubicBezTo>
                <a:cubicBezTo>
                  <a:pt x="296" y="8"/>
                  <a:pt x="305" y="13"/>
                  <a:pt x="313" y="18"/>
                </a:cubicBezTo>
                <a:cubicBezTo>
                  <a:pt x="321" y="23"/>
                  <a:pt x="329" y="28"/>
                  <a:pt x="329" y="28"/>
                </a:cubicBezTo>
                <a:cubicBezTo>
                  <a:pt x="329" y="28"/>
                  <a:pt x="328" y="28"/>
                  <a:pt x="327" y="29"/>
                </a:cubicBezTo>
                <a:cubicBezTo>
                  <a:pt x="325" y="29"/>
                  <a:pt x="323" y="30"/>
                  <a:pt x="321" y="31"/>
                </a:cubicBezTo>
                <a:cubicBezTo>
                  <a:pt x="315" y="34"/>
                  <a:pt x="307" y="36"/>
                  <a:pt x="298" y="40"/>
                </a:cubicBezTo>
                <a:cubicBezTo>
                  <a:pt x="296" y="42"/>
                  <a:pt x="293" y="43"/>
                  <a:pt x="290" y="44"/>
                </a:cubicBezTo>
                <a:cubicBezTo>
                  <a:pt x="286" y="46"/>
                  <a:pt x="282" y="48"/>
                  <a:pt x="278" y="50"/>
                </a:cubicBezTo>
                <a:cubicBezTo>
                  <a:pt x="274" y="52"/>
                  <a:pt x="270" y="54"/>
                  <a:pt x="266" y="56"/>
                </a:cubicBezTo>
                <a:cubicBezTo>
                  <a:pt x="257" y="60"/>
                  <a:pt x="249" y="65"/>
                  <a:pt x="240" y="70"/>
                </a:cubicBezTo>
                <a:cubicBezTo>
                  <a:pt x="236" y="72"/>
                  <a:pt x="232" y="75"/>
                  <a:pt x="228" y="78"/>
                </a:cubicBezTo>
                <a:cubicBezTo>
                  <a:pt x="223" y="81"/>
                  <a:pt x="219" y="83"/>
                  <a:pt x="215" y="86"/>
                </a:cubicBezTo>
                <a:cubicBezTo>
                  <a:pt x="207" y="92"/>
                  <a:pt x="198" y="98"/>
                  <a:pt x="190" y="105"/>
                </a:cubicBezTo>
                <a:cubicBezTo>
                  <a:pt x="186" y="108"/>
                  <a:pt x="181" y="111"/>
                  <a:pt x="177" y="115"/>
                </a:cubicBezTo>
                <a:cubicBezTo>
                  <a:pt x="173" y="118"/>
                  <a:pt x="169" y="122"/>
                  <a:pt x="165" y="125"/>
                </a:cubicBezTo>
                <a:cubicBezTo>
                  <a:pt x="149" y="140"/>
                  <a:pt x="133" y="155"/>
                  <a:pt x="119" y="172"/>
                </a:cubicBezTo>
                <a:cubicBezTo>
                  <a:pt x="91" y="205"/>
                  <a:pt x="67" y="242"/>
                  <a:pt x="49" y="279"/>
                </a:cubicBezTo>
                <a:cubicBezTo>
                  <a:pt x="31" y="316"/>
                  <a:pt x="19" y="353"/>
                  <a:pt x="12" y="385"/>
                </a:cubicBezTo>
                <a:cubicBezTo>
                  <a:pt x="5" y="417"/>
                  <a:pt x="2" y="445"/>
                  <a:pt x="1" y="464"/>
                </a:cubicBezTo>
                <a:cubicBezTo>
                  <a:pt x="0" y="473"/>
                  <a:pt x="0" y="481"/>
                  <a:pt x="0" y="486"/>
                </a:cubicBezTo>
                <a:cubicBezTo>
                  <a:pt x="0" y="491"/>
                  <a:pt x="0" y="494"/>
                  <a:pt x="0" y="494"/>
                </a:cubicBezTo>
                <a:cubicBezTo>
                  <a:pt x="51" y="494"/>
                  <a:pt x="51" y="494"/>
                  <a:pt x="51" y="494"/>
                </a:cubicBezTo>
                <a:cubicBezTo>
                  <a:pt x="51" y="494"/>
                  <a:pt x="51" y="491"/>
                  <a:pt x="51" y="487"/>
                </a:cubicBezTo>
                <a:cubicBezTo>
                  <a:pt x="51" y="482"/>
                  <a:pt x="51" y="475"/>
                  <a:pt x="52" y="467"/>
                </a:cubicBezTo>
                <a:cubicBezTo>
                  <a:pt x="53" y="450"/>
                  <a:pt x="55" y="425"/>
                  <a:pt x="62" y="396"/>
                </a:cubicBezTo>
                <a:cubicBezTo>
                  <a:pt x="68" y="368"/>
                  <a:pt x="79" y="335"/>
                  <a:pt x="95" y="302"/>
                </a:cubicBezTo>
                <a:cubicBezTo>
                  <a:pt x="111" y="269"/>
                  <a:pt x="132" y="235"/>
                  <a:pt x="158" y="205"/>
                </a:cubicBezTo>
                <a:cubicBezTo>
                  <a:pt x="171" y="190"/>
                  <a:pt x="185" y="177"/>
                  <a:pt x="199" y="164"/>
                </a:cubicBezTo>
                <a:cubicBezTo>
                  <a:pt x="203" y="160"/>
                  <a:pt x="206" y="157"/>
                  <a:pt x="210" y="154"/>
                </a:cubicBezTo>
                <a:cubicBezTo>
                  <a:pt x="213" y="151"/>
                  <a:pt x="217" y="148"/>
                  <a:pt x="221" y="145"/>
                </a:cubicBezTo>
                <a:cubicBezTo>
                  <a:pt x="228" y="139"/>
                  <a:pt x="236" y="134"/>
                  <a:pt x="244" y="128"/>
                </a:cubicBezTo>
                <a:cubicBezTo>
                  <a:pt x="247" y="126"/>
                  <a:pt x="251" y="123"/>
                  <a:pt x="255" y="121"/>
                </a:cubicBezTo>
                <a:cubicBezTo>
                  <a:pt x="259" y="119"/>
                  <a:pt x="263" y="116"/>
                  <a:pt x="266" y="114"/>
                </a:cubicBezTo>
                <a:cubicBezTo>
                  <a:pt x="274" y="110"/>
                  <a:pt x="281" y="105"/>
                  <a:pt x="289" y="101"/>
                </a:cubicBezTo>
                <a:cubicBezTo>
                  <a:pt x="293" y="99"/>
                  <a:pt x="297" y="97"/>
                  <a:pt x="300" y="95"/>
                </a:cubicBezTo>
                <a:cubicBezTo>
                  <a:pt x="304" y="94"/>
                  <a:pt x="308" y="92"/>
                  <a:pt x="311" y="90"/>
                </a:cubicBezTo>
                <a:cubicBezTo>
                  <a:pt x="314" y="89"/>
                  <a:pt x="316" y="88"/>
                  <a:pt x="318" y="87"/>
                </a:cubicBezTo>
                <a:cubicBezTo>
                  <a:pt x="327" y="84"/>
                  <a:pt x="334" y="81"/>
                  <a:pt x="338" y="79"/>
                </a:cubicBezTo>
                <a:cubicBezTo>
                  <a:pt x="341" y="78"/>
                  <a:pt x="343" y="77"/>
                  <a:pt x="344" y="77"/>
                </a:cubicBezTo>
                <a:cubicBezTo>
                  <a:pt x="345" y="77"/>
                  <a:pt x="346" y="76"/>
                  <a:pt x="346" y="76"/>
                </a:cubicBezTo>
                <a:cubicBezTo>
                  <a:pt x="346" y="76"/>
                  <a:pt x="344" y="85"/>
                  <a:pt x="342" y="94"/>
                </a:cubicBezTo>
                <a:cubicBezTo>
                  <a:pt x="340" y="103"/>
                  <a:pt x="338" y="112"/>
                  <a:pt x="338" y="112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marL="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4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0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6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2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8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d-ID" dirty="0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6" name="Freeform 12"/>
          <p:cNvSpPr/>
          <p:nvPr/>
        </p:nvSpPr>
        <p:spPr bwMode="auto">
          <a:xfrm rot="16200000">
            <a:off x="9656046" y="380188"/>
            <a:ext cx="358177" cy="1263825"/>
          </a:xfrm>
          <a:custGeom>
            <a:avLst/>
            <a:gdLst>
              <a:gd name="T0" fmla="*/ 152 w 163"/>
              <a:gd name="T1" fmla="*/ 128 h 574"/>
              <a:gd name="T2" fmla="*/ 0 w 163"/>
              <a:gd name="T3" fmla="*/ 1 h 574"/>
              <a:gd name="T4" fmla="*/ 0 w 163"/>
              <a:gd name="T5" fmla="*/ 0 h 574"/>
              <a:gd name="T6" fmla="*/ 0 w 163"/>
              <a:gd name="T7" fmla="*/ 0 h 574"/>
              <a:gd name="T8" fmla="*/ 0 w 163"/>
              <a:gd name="T9" fmla="*/ 0 h 574"/>
              <a:gd name="T10" fmla="*/ 0 w 163"/>
              <a:gd name="T11" fmla="*/ 1 h 574"/>
              <a:gd name="T12" fmla="*/ 49 w 163"/>
              <a:gd name="T13" fmla="*/ 171 h 574"/>
              <a:gd name="T14" fmla="*/ 59 w 163"/>
              <a:gd name="T15" fmla="*/ 156 h 574"/>
              <a:gd name="T16" fmla="*/ 68 w 163"/>
              <a:gd name="T17" fmla="*/ 141 h 574"/>
              <a:gd name="T18" fmla="*/ 72 w 163"/>
              <a:gd name="T19" fmla="*/ 148 h 574"/>
              <a:gd name="T20" fmla="*/ 80 w 163"/>
              <a:gd name="T21" fmla="*/ 168 h 574"/>
              <a:gd name="T22" fmla="*/ 82 w 163"/>
              <a:gd name="T23" fmla="*/ 171 h 574"/>
              <a:gd name="T24" fmla="*/ 83 w 163"/>
              <a:gd name="T25" fmla="*/ 175 h 574"/>
              <a:gd name="T26" fmla="*/ 89 w 163"/>
              <a:gd name="T27" fmla="*/ 193 h 574"/>
              <a:gd name="T28" fmla="*/ 95 w 163"/>
              <a:gd name="T29" fmla="*/ 212 h 574"/>
              <a:gd name="T30" fmla="*/ 98 w 163"/>
              <a:gd name="T31" fmla="*/ 221 h 574"/>
              <a:gd name="T32" fmla="*/ 100 w 163"/>
              <a:gd name="T33" fmla="*/ 232 h 574"/>
              <a:gd name="T34" fmla="*/ 108 w 163"/>
              <a:gd name="T35" fmla="*/ 274 h 574"/>
              <a:gd name="T36" fmla="*/ 111 w 163"/>
              <a:gd name="T37" fmla="*/ 319 h 574"/>
              <a:gd name="T38" fmla="*/ 86 w 163"/>
              <a:gd name="T39" fmla="*/ 481 h 574"/>
              <a:gd name="T40" fmla="*/ 64 w 163"/>
              <a:gd name="T41" fmla="*/ 530 h 574"/>
              <a:gd name="T42" fmla="*/ 57 w 163"/>
              <a:gd name="T43" fmla="*/ 544 h 574"/>
              <a:gd name="T44" fmla="*/ 55 w 163"/>
              <a:gd name="T45" fmla="*/ 549 h 574"/>
              <a:gd name="T46" fmla="*/ 99 w 163"/>
              <a:gd name="T47" fmla="*/ 574 h 574"/>
              <a:gd name="T48" fmla="*/ 102 w 163"/>
              <a:gd name="T49" fmla="*/ 568 h 574"/>
              <a:gd name="T50" fmla="*/ 110 w 163"/>
              <a:gd name="T51" fmla="*/ 553 h 574"/>
              <a:gd name="T52" fmla="*/ 134 w 163"/>
              <a:gd name="T53" fmla="*/ 498 h 574"/>
              <a:gd name="T54" fmla="*/ 155 w 163"/>
              <a:gd name="T55" fmla="*/ 415 h 574"/>
              <a:gd name="T56" fmla="*/ 161 w 163"/>
              <a:gd name="T57" fmla="*/ 367 h 574"/>
              <a:gd name="T58" fmla="*/ 162 w 163"/>
              <a:gd name="T59" fmla="*/ 317 h 574"/>
              <a:gd name="T60" fmla="*/ 158 w 163"/>
              <a:gd name="T61" fmla="*/ 268 h 574"/>
              <a:gd name="T62" fmla="*/ 150 w 163"/>
              <a:gd name="T63" fmla="*/ 220 h 574"/>
              <a:gd name="T64" fmla="*/ 147 w 163"/>
              <a:gd name="T65" fmla="*/ 209 h 574"/>
              <a:gd name="T66" fmla="*/ 144 w 163"/>
              <a:gd name="T67" fmla="*/ 198 h 574"/>
              <a:gd name="T68" fmla="*/ 138 w 163"/>
              <a:gd name="T69" fmla="*/ 177 h 574"/>
              <a:gd name="T70" fmla="*/ 131 w 163"/>
              <a:gd name="T71" fmla="*/ 157 h 574"/>
              <a:gd name="T72" fmla="*/ 129 w 163"/>
              <a:gd name="T73" fmla="*/ 153 h 574"/>
              <a:gd name="T74" fmla="*/ 128 w 163"/>
              <a:gd name="T75" fmla="*/ 149 h 574"/>
              <a:gd name="T76" fmla="*/ 118 w 163"/>
              <a:gd name="T77" fmla="*/ 127 h 574"/>
              <a:gd name="T78" fmla="*/ 114 w 163"/>
              <a:gd name="T79" fmla="*/ 119 h 574"/>
              <a:gd name="T80" fmla="*/ 133 w 163"/>
              <a:gd name="T81" fmla="*/ 123 h 574"/>
              <a:gd name="T82" fmla="*/ 152 w 163"/>
              <a:gd name="T83" fmla="*/ 128 h 5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63" h="574">
                <a:moveTo>
                  <a:pt x="152" y="128"/>
                </a:moveTo>
                <a:cubicBezTo>
                  <a:pt x="109" y="73"/>
                  <a:pt x="56" y="30"/>
                  <a:pt x="0" y="1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"/>
                  <a:pt x="0" y="1"/>
                  <a:pt x="0" y="1"/>
                </a:cubicBezTo>
                <a:cubicBezTo>
                  <a:pt x="29" y="56"/>
                  <a:pt x="46" y="115"/>
                  <a:pt x="49" y="171"/>
                </a:cubicBezTo>
                <a:cubicBezTo>
                  <a:pt x="49" y="171"/>
                  <a:pt x="54" y="164"/>
                  <a:pt x="59" y="156"/>
                </a:cubicBezTo>
                <a:cubicBezTo>
                  <a:pt x="64" y="149"/>
                  <a:pt x="68" y="141"/>
                  <a:pt x="68" y="141"/>
                </a:cubicBezTo>
                <a:cubicBezTo>
                  <a:pt x="68" y="141"/>
                  <a:pt x="70" y="143"/>
                  <a:pt x="72" y="148"/>
                </a:cubicBezTo>
                <a:cubicBezTo>
                  <a:pt x="74" y="153"/>
                  <a:pt x="77" y="160"/>
                  <a:pt x="80" y="168"/>
                </a:cubicBezTo>
                <a:cubicBezTo>
                  <a:pt x="81" y="169"/>
                  <a:pt x="81" y="170"/>
                  <a:pt x="82" y="171"/>
                </a:cubicBezTo>
                <a:cubicBezTo>
                  <a:pt x="82" y="172"/>
                  <a:pt x="83" y="174"/>
                  <a:pt x="83" y="175"/>
                </a:cubicBezTo>
                <a:cubicBezTo>
                  <a:pt x="85" y="181"/>
                  <a:pt x="87" y="186"/>
                  <a:pt x="89" y="193"/>
                </a:cubicBezTo>
                <a:cubicBezTo>
                  <a:pt x="91" y="199"/>
                  <a:pt x="93" y="205"/>
                  <a:pt x="95" y="212"/>
                </a:cubicBezTo>
                <a:cubicBezTo>
                  <a:pt x="96" y="215"/>
                  <a:pt x="97" y="218"/>
                  <a:pt x="98" y="221"/>
                </a:cubicBezTo>
                <a:cubicBezTo>
                  <a:pt x="99" y="225"/>
                  <a:pt x="99" y="228"/>
                  <a:pt x="100" y="232"/>
                </a:cubicBezTo>
                <a:cubicBezTo>
                  <a:pt x="103" y="245"/>
                  <a:pt x="106" y="260"/>
                  <a:pt x="108" y="274"/>
                </a:cubicBezTo>
                <a:cubicBezTo>
                  <a:pt x="110" y="289"/>
                  <a:pt x="111" y="304"/>
                  <a:pt x="111" y="319"/>
                </a:cubicBezTo>
                <a:cubicBezTo>
                  <a:pt x="114" y="379"/>
                  <a:pt x="101" y="438"/>
                  <a:pt x="86" y="481"/>
                </a:cubicBezTo>
                <a:cubicBezTo>
                  <a:pt x="78" y="502"/>
                  <a:pt x="70" y="519"/>
                  <a:pt x="64" y="530"/>
                </a:cubicBezTo>
                <a:cubicBezTo>
                  <a:pt x="62" y="536"/>
                  <a:pt x="59" y="541"/>
                  <a:pt x="57" y="544"/>
                </a:cubicBezTo>
                <a:cubicBezTo>
                  <a:pt x="56" y="547"/>
                  <a:pt x="55" y="549"/>
                  <a:pt x="55" y="549"/>
                </a:cubicBezTo>
                <a:cubicBezTo>
                  <a:pt x="99" y="574"/>
                  <a:pt x="99" y="574"/>
                  <a:pt x="99" y="574"/>
                </a:cubicBezTo>
                <a:cubicBezTo>
                  <a:pt x="99" y="574"/>
                  <a:pt x="100" y="572"/>
                  <a:pt x="102" y="568"/>
                </a:cubicBezTo>
                <a:cubicBezTo>
                  <a:pt x="104" y="565"/>
                  <a:pt x="107" y="560"/>
                  <a:pt x="110" y="553"/>
                </a:cubicBezTo>
                <a:cubicBezTo>
                  <a:pt x="116" y="540"/>
                  <a:pt x="125" y="521"/>
                  <a:pt x="134" y="498"/>
                </a:cubicBezTo>
                <a:cubicBezTo>
                  <a:pt x="142" y="474"/>
                  <a:pt x="150" y="446"/>
                  <a:pt x="155" y="415"/>
                </a:cubicBezTo>
                <a:cubicBezTo>
                  <a:pt x="158" y="400"/>
                  <a:pt x="160" y="384"/>
                  <a:pt x="161" y="367"/>
                </a:cubicBezTo>
                <a:cubicBezTo>
                  <a:pt x="162" y="351"/>
                  <a:pt x="163" y="334"/>
                  <a:pt x="162" y="317"/>
                </a:cubicBezTo>
                <a:cubicBezTo>
                  <a:pt x="162" y="301"/>
                  <a:pt x="160" y="284"/>
                  <a:pt x="158" y="268"/>
                </a:cubicBezTo>
                <a:cubicBezTo>
                  <a:pt x="156" y="251"/>
                  <a:pt x="153" y="236"/>
                  <a:pt x="150" y="220"/>
                </a:cubicBezTo>
                <a:cubicBezTo>
                  <a:pt x="149" y="216"/>
                  <a:pt x="148" y="213"/>
                  <a:pt x="147" y="209"/>
                </a:cubicBezTo>
                <a:cubicBezTo>
                  <a:pt x="146" y="205"/>
                  <a:pt x="145" y="202"/>
                  <a:pt x="144" y="198"/>
                </a:cubicBezTo>
                <a:cubicBezTo>
                  <a:pt x="142" y="191"/>
                  <a:pt x="140" y="184"/>
                  <a:pt x="138" y="177"/>
                </a:cubicBezTo>
                <a:cubicBezTo>
                  <a:pt x="136" y="170"/>
                  <a:pt x="133" y="163"/>
                  <a:pt x="131" y="157"/>
                </a:cubicBezTo>
                <a:cubicBezTo>
                  <a:pt x="130" y="156"/>
                  <a:pt x="130" y="154"/>
                  <a:pt x="129" y="153"/>
                </a:cubicBezTo>
                <a:cubicBezTo>
                  <a:pt x="129" y="152"/>
                  <a:pt x="128" y="150"/>
                  <a:pt x="128" y="149"/>
                </a:cubicBezTo>
                <a:cubicBezTo>
                  <a:pt x="124" y="140"/>
                  <a:pt x="121" y="132"/>
                  <a:pt x="118" y="127"/>
                </a:cubicBezTo>
                <a:cubicBezTo>
                  <a:pt x="116" y="122"/>
                  <a:pt x="114" y="119"/>
                  <a:pt x="114" y="119"/>
                </a:cubicBezTo>
                <a:cubicBezTo>
                  <a:pt x="114" y="119"/>
                  <a:pt x="124" y="121"/>
                  <a:pt x="133" y="123"/>
                </a:cubicBezTo>
                <a:cubicBezTo>
                  <a:pt x="143" y="125"/>
                  <a:pt x="152" y="128"/>
                  <a:pt x="152" y="12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marL="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4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0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6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2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8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d-ID" dirty="0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8" name="Freeform 16"/>
          <p:cNvSpPr>
            <a:spLocks noEditPoints="1"/>
          </p:cNvSpPr>
          <p:nvPr/>
        </p:nvSpPr>
        <p:spPr bwMode="auto">
          <a:xfrm>
            <a:off x="8719171" y="3878074"/>
            <a:ext cx="560172" cy="632195"/>
          </a:xfrm>
          <a:custGeom>
            <a:avLst/>
            <a:gdLst>
              <a:gd name="T0" fmla="*/ 48 w 56"/>
              <a:gd name="T1" fmla="*/ 60 h 64"/>
              <a:gd name="T2" fmla="*/ 45 w 56"/>
              <a:gd name="T3" fmla="*/ 60 h 64"/>
              <a:gd name="T4" fmla="*/ 56 w 56"/>
              <a:gd name="T5" fmla="*/ 40 h 64"/>
              <a:gd name="T6" fmla="*/ 38 w 56"/>
              <a:gd name="T7" fmla="*/ 17 h 64"/>
              <a:gd name="T8" fmla="*/ 42 w 56"/>
              <a:gd name="T9" fmla="*/ 8 h 64"/>
              <a:gd name="T10" fmla="*/ 42 w 56"/>
              <a:gd name="T11" fmla="*/ 5 h 64"/>
              <a:gd name="T12" fmla="*/ 31 w 56"/>
              <a:gd name="T13" fmla="*/ 0 h 64"/>
              <a:gd name="T14" fmla="*/ 29 w 56"/>
              <a:gd name="T15" fmla="*/ 0 h 64"/>
              <a:gd name="T16" fmla="*/ 28 w 56"/>
              <a:gd name="T17" fmla="*/ 1 h 64"/>
              <a:gd name="T18" fmla="*/ 15 w 56"/>
              <a:gd name="T19" fmla="*/ 25 h 64"/>
              <a:gd name="T20" fmla="*/ 17 w 56"/>
              <a:gd name="T21" fmla="*/ 31 h 64"/>
              <a:gd name="T22" fmla="*/ 15 w 56"/>
              <a:gd name="T23" fmla="*/ 35 h 64"/>
              <a:gd name="T24" fmla="*/ 22 w 56"/>
              <a:gd name="T25" fmla="*/ 38 h 64"/>
              <a:gd name="T26" fmla="*/ 24 w 56"/>
              <a:gd name="T27" fmla="*/ 35 h 64"/>
              <a:gd name="T28" fmla="*/ 24 w 56"/>
              <a:gd name="T29" fmla="*/ 35 h 64"/>
              <a:gd name="T30" fmla="*/ 30 w 56"/>
              <a:gd name="T31" fmla="*/ 32 h 64"/>
              <a:gd name="T32" fmla="*/ 34 w 56"/>
              <a:gd name="T33" fmla="*/ 24 h 64"/>
              <a:gd name="T34" fmla="*/ 48 w 56"/>
              <a:gd name="T35" fmla="*/ 40 h 64"/>
              <a:gd name="T36" fmla="*/ 32 w 56"/>
              <a:gd name="T37" fmla="*/ 56 h 64"/>
              <a:gd name="T38" fmla="*/ 20 w 56"/>
              <a:gd name="T39" fmla="*/ 52 h 64"/>
              <a:gd name="T40" fmla="*/ 20 w 56"/>
              <a:gd name="T41" fmla="*/ 50 h 64"/>
              <a:gd name="T42" fmla="*/ 22 w 56"/>
              <a:gd name="T43" fmla="*/ 48 h 64"/>
              <a:gd name="T44" fmla="*/ 32 w 56"/>
              <a:gd name="T45" fmla="*/ 48 h 64"/>
              <a:gd name="T46" fmla="*/ 32 w 56"/>
              <a:gd name="T47" fmla="*/ 44 h 64"/>
              <a:gd name="T48" fmla="*/ 17 w 56"/>
              <a:gd name="T49" fmla="*/ 44 h 64"/>
              <a:gd name="T50" fmla="*/ 8 w 56"/>
              <a:gd name="T51" fmla="*/ 44 h 64"/>
              <a:gd name="T52" fmla="*/ 0 w 56"/>
              <a:gd name="T53" fmla="*/ 44 h 64"/>
              <a:gd name="T54" fmla="*/ 0 w 56"/>
              <a:gd name="T55" fmla="*/ 48 h 64"/>
              <a:gd name="T56" fmla="*/ 9 w 56"/>
              <a:gd name="T57" fmla="*/ 48 h 64"/>
              <a:gd name="T58" fmla="*/ 10 w 56"/>
              <a:gd name="T59" fmla="*/ 48 h 64"/>
              <a:gd name="T60" fmla="*/ 12 w 56"/>
              <a:gd name="T61" fmla="*/ 50 h 64"/>
              <a:gd name="T62" fmla="*/ 12 w 56"/>
              <a:gd name="T63" fmla="*/ 52 h 64"/>
              <a:gd name="T64" fmla="*/ 12 w 56"/>
              <a:gd name="T65" fmla="*/ 60 h 64"/>
              <a:gd name="T66" fmla="*/ 4 w 56"/>
              <a:gd name="T67" fmla="*/ 64 h 64"/>
              <a:gd name="T68" fmla="*/ 56 w 56"/>
              <a:gd name="T69" fmla="*/ 64 h 64"/>
              <a:gd name="T70" fmla="*/ 48 w 56"/>
              <a:gd name="T71" fmla="*/ 60 h 64"/>
              <a:gd name="T72" fmla="*/ 34 w 56"/>
              <a:gd name="T73" fmla="*/ 5 h 64"/>
              <a:gd name="T74" fmla="*/ 33 w 56"/>
              <a:gd name="T75" fmla="*/ 7 h 64"/>
              <a:gd name="T76" fmla="*/ 24 w 56"/>
              <a:gd name="T77" fmla="*/ 24 h 64"/>
              <a:gd name="T78" fmla="*/ 20 w 56"/>
              <a:gd name="T79" fmla="*/ 22 h 64"/>
              <a:gd name="T80" fmla="*/ 20 w 56"/>
              <a:gd name="T81" fmla="*/ 22 h 64"/>
              <a:gd name="T82" fmla="*/ 29 w 56"/>
              <a:gd name="T83" fmla="*/ 5 h 64"/>
              <a:gd name="T84" fmla="*/ 30 w 56"/>
              <a:gd name="T85" fmla="*/ 4 h 64"/>
              <a:gd name="T86" fmla="*/ 32 w 56"/>
              <a:gd name="T87" fmla="*/ 4 h 64"/>
              <a:gd name="T88" fmla="*/ 34 w 56"/>
              <a:gd name="T89" fmla="*/ 5 h 64"/>
              <a:gd name="T90" fmla="*/ 34 w 56"/>
              <a:gd name="T91" fmla="*/ 5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56" h="64">
                <a:moveTo>
                  <a:pt x="48" y="60"/>
                </a:moveTo>
                <a:cubicBezTo>
                  <a:pt x="45" y="60"/>
                  <a:pt x="45" y="60"/>
                  <a:pt x="45" y="60"/>
                </a:cubicBezTo>
                <a:cubicBezTo>
                  <a:pt x="52" y="56"/>
                  <a:pt x="56" y="48"/>
                  <a:pt x="56" y="40"/>
                </a:cubicBezTo>
                <a:cubicBezTo>
                  <a:pt x="56" y="29"/>
                  <a:pt x="48" y="19"/>
                  <a:pt x="38" y="17"/>
                </a:cubicBezTo>
                <a:cubicBezTo>
                  <a:pt x="42" y="8"/>
                  <a:pt x="42" y="8"/>
                  <a:pt x="42" y="8"/>
                </a:cubicBezTo>
                <a:cubicBezTo>
                  <a:pt x="43" y="7"/>
                  <a:pt x="43" y="6"/>
                  <a:pt x="42" y="5"/>
                </a:cubicBezTo>
                <a:cubicBezTo>
                  <a:pt x="31" y="0"/>
                  <a:pt x="31" y="0"/>
                  <a:pt x="31" y="0"/>
                </a:cubicBezTo>
                <a:cubicBezTo>
                  <a:pt x="30" y="0"/>
                  <a:pt x="30" y="0"/>
                  <a:pt x="29" y="0"/>
                </a:cubicBezTo>
                <a:cubicBezTo>
                  <a:pt x="29" y="0"/>
                  <a:pt x="28" y="1"/>
                  <a:pt x="28" y="1"/>
                </a:cubicBezTo>
                <a:cubicBezTo>
                  <a:pt x="15" y="25"/>
                  <a:pt x="15" y="25"/>
                  <a:pt x="15" y="25"/>
                </a:cubicBezTo>
                <a:cubicBezTo>
                  <a:pt x="14" y="28"/>
                  <a:pt x="15" y="30"/>
                  <a:pt x="17" y="31"/>
                </a:cubicBezTo>
                <a:cubicBezTo>
                  <a:pt x="15" y="35"/>
                  <a:pt x="15" y="35"/>
                  <a:pt x="15" y="35"/>
                </a:cubicBezTo>
                <a:cubicBezTo>
                  <a:pt x="22" y="38"/>
                  <a:pt x="22" y="38"/>
                  <a:pt x="22" y="38"/>
                </a:cubicBezTo>
                <a:cubicBezTo>
                  <a:pt x="24" y="35"/>
                  <a:pt x="24" y="35"/>
                  <a:pt x="24" y="35"/>
                </a:cubicBezTo>
                <a:cubicBezTo>
                  <a:pt x="24" y="35"/>
                  <a:pt x="24" y="35"/>
                  <a:pt x="24" y="35"/>
                </a:cubicBezTo>
                <a:cubicBezTo>
                  <a:pt x="26" y="35"/>
                  <a:pt x="29" y="35"/>
                  <a:pt x="30" y="32"/>
                </a:cubicBezTo>
                <a:cubicBezTo>
                  <a:pt x="34" y="24"/>
                  <a:pt x="34" y="24"/>
                  <a:pt x="34" y="24"/>
                </a:cubicBezTo>
                <a:cubicBezTo>
                  <a:pt x="42" y="25"/>
                  <a:pt x="48" y="32"/>
                  <a:pt x="48" y="40"/>
                </a:cubicBezTo>
                <a:cubicBezTo>
                  <a:pt x="48" y="49"/>
                  <a:pt x="41" y="56"/>
                  <a:pt x="32" y="56"/>
                </a:cubicBezTo>
                <a:cubicBezTo>
                  <a:pt x="28" y="56"/>
                  <a:pt x="23" y="54"/>
                  <a:pt x="20" y="52"/>
                </a:cubicBezTo>
                <a:cubicBezTo>
                  <a:pt x="20" y="50"/>
                  <a:pt x="20" y="50"/>
                  <a:pt x="20" y="50"/>
                </a:cubicBezTo>
                <a:cubicBezTo>
                  <a:pt x="20" y="49"/>
                  <a:pt x="21" y="48"/>
                  <a:pt x="22" y="48"/>
                </a:cubicBezTo>
                <a:cubicBezTo>
                  <a:pt x="32" y="48"/>
                  <a:pt x="32" y="48"/>
                  <a:pt x="32" y="48"/>
                </a:cubicBezTo>
                <a:cubicBezTo>
                  <a:pt x="32" y="44"/>
                  <a:pt x="32" y="44"/>
                  <a:pt x="32" y="44"/>
                </a:cubicBezTo>
                <a:cubicBezTo>
                  <a:pt x="17" y="44"/>
                  <a:pt x="17" y="44"/>
                  <a:pt x="17" y="44"/>
                </a:cubicBezTo>
                <a:cubicBezTo>
                  <a:pt x="8" y="44"/>
                  <a:pt x="8" y="44"/>
                  <a:pt x="8" y="44"/>
                </a:cubicBezTo>
                <a:cubicBezTo>
                  <a:pt x="0" y="44"/>
                  <a:pt x="0" y="44"/>
                  <a:pt x="0" y="44"/>
                </a:cubicBezTo>
                <a:cubicBezTo>
                  <a:pt x="0" y="48"/>
                  <a:pt x="0" y="48"/>
                  <a:pt x="0" y="48"/>
                </a:cubicBezTo>
                <a:cubicBezTo>
                  <a:pt x="9" y="48"/>
                  <a:pt x="9" y="48"/>
                  <a:pt x="9" y="48"/>
                </a:cubicBezTo>
                <a:cubicBezTo>
                  <a:pt x="10" y="48"/>
                  <a:pt x="10" y="48"/>
                  <a:pt x="10" y="48"/>
                </a:cubicBezTo>
                <a:cubicBezTo>
                  <a:pt x="11" y="48"/>
                  <a:pt x="12" y="49"/>
                  <a:pt x="12" y="50"/>
                </a:cubicBezTo>
                <a:cubicBezTo>
                  <a:pt x="12" y="52"/>
                  <a:pt x="12" y="52"/>
                  <a:pt x="12" y="52"/>
                </a:cubicBezTo>
                <a:cubicBezTo>
                  <a:pt x="12" y="60"/>
                  <a:pt x="12" y="60"/>
                  <a:pt x="12" y="60"/>
                </a:cubicBezTo>
                <a:cubicBezTo>
                  <a:pt x="8" y="60"/>
                  <a:pt x="4" y="60"/>
                  <a:pt x="4" y="64"/>
                </a:cubicBezTo>
                <a:cubicBezTo>
                  <a:pt x="56" y="64"/>
                  <a:pt x="56" y="64"/>
                  <a:pt x="56" y="64"/>
                </a:cubicBezTo>
                <a:cubicBezTo>
                  <a:pt x="56" y="60"/>
                  <a:pt x="52" y="60"/>
                  <a:pt x="48" y="60"/>
                </a:cubicBezTo>
                <a:close/>
                <a:moveTo>
                  <a:pt x="34" y="5"/>
                </a:moveTo>
                <a:cubicBezTo>
                  <a:pt x="33" y="6"/>
                  <a:pt x="33" y="6"/>
                  <a:pt x="33" y="7"/>
                </a:cubicBezTo>
                <a:cubicBezTo>
                  <a:pt x="24" y="24"/>
                  <a:pt x="24" y="24"/>
                  <a:pt x="24" y="24"/>
                </a:cubicBezTo>
                <a:cubicBezTo>
                  <a:pt x="20" y="22"/>
                  <a:pt x="20" y="22"/>
                  <a:pt x="20" y="22"/>
                </a:cubicBezTo>
                <a:cubicBezTo>
                  <a:pt x="20" y="22"/>
                  <a:pt x="20" y="22"/>
                  <a:pt x="20" y="22"/>
                </a:cubicBezTo>
                <a:cubicBezTo>
                  <a:pt x="29" y="5"/>
                  <a:pt x="29" y="5"/>
                  <a:pt x="29" y="5"/>
                </a:cubicBezTo>
                <a:cubicBezTo>
                  <a:pt x="29" y="5"/>
                  <a:pt x="30" y="4"/>
                  <a:pt x="30" y="4"/>
                </a:cubicBezTo>
                <a:cubicBezTo>
                  <a:pt x="31" y="4"/>
                  <a:pt x="31" y="4"/>
                  <a:pt x="32" y="4"/>
                </a:cubicBezTo>
                <a:cubicBezTo>
                  <a:pt x="34" y="5"/>
                  <a:pt x="34" y="5"/>
                  <a:pt x="34" y="5"/>
                </a:cubicBezTo>
                <a:cubicBezTo>
                  <a:pt x="34" y="5"/>
                  <a:pt x="34" y="5"/>
                  <a:pt x="34" y="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marL="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4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0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6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2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8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d-ID" dirty="0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8846482" y="1265751"/>
            <a:ext cx="1762358" cy="1761086"/>
            <a:chOff x="8223744" y="1139885"/>
            <a:chExt cx="1762358" cy="1761086"/>
          </a:xfrm>
        </p:grpSpPr>
        <p:grpSp>
          <p:nvGrpSpPr>
            <p:cNvPr id="2" name="Group 18"/>
            <p:cNvGrpSpPr/>
            <p:nvPr/>
          </p:nvGrpSpPr>
          <p:grpSpPr>
            <a:xfrm rot="15041731">
              <a:off x="8224380" y="1139249"/>
              <a:ext cx="1761086" cy="1762358"/>
              <a:chOff x="1455738" y="2371725"/>
              <a:chExt cx="2198688" cy="2200275"/>
            </a:xfrm>
            <a:solidFill>
              <a:srgbClr val="C00000"/>
            </a:solidFill>
          </p:grpSpPr>
          <p:sp>
            <p:nvSpPr>
              <p:cNvPr id="21" name="Freeform 19"/>
              <p:cNvSpPr/>
              <p:nvPr/>
            </p:nvSpPr>
            <p:spPr bwMode="auto">
              <a:xfrm>
                <a:off x="2035175" y="2967038"/>
                <a:ext cx="1071563" cy="1009650"/>
              </a:xfrm>
              <a:custGeom>
                <a:avLst/>
                <a:gdLst>
                  <a:gd name="T0" fmla="*/ 277 w 570"/>
                  <a:gd name="T1" fmla="*/ 0 h 536"/>
                  <a:gd name="T2" fmla="*/ 217 w 570"/>
                  <a:gd name="T3" fmla="*/ 7 h 536"/>
                  <a:gd name="T4" fmla="*/ 50 w 570"/>
                  <a:gd name="T5" fmla="*/ 126 h 536"/>
                  <a:gd name="T6" fmla="*/ 16 w 570"/>
                  <a:gd name="T7" fmla="*/ 328 h 536"/>
                  <a:gd name="T8" fmla="*/ 276 w 570"/>
                  <a:gd name="T9" fmla="*/ 536 h 536"/>
                  <a:gd name="T10" fmla="*/ 336 w 570"/>
                  <a:gd name="T11" fmla="*/ 529 h 536"/>
                  <a:gd name="T12" fmla="*/ 538 w 570"/>
                  <a:gd name="T13" fmla="*/ 208 h 536"/>
                  <a:gd name="T14" fmla="*/ 277 w 570"/>
                  <a:gd name="T15" fmla="*/ 0 h 5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70" h="536">
                    <a:moveTo>
                      <a:pt x="277" y="0"/>
                    </a:moveTo>
                    <a:cubicBezTo>
                      <a:pt x="257" y="0"/>
                      <a:pt x="237" y="3"/>
                      <a:pt x="217" y="7"/>
                    </a:cubicBezTo>
                    <a:cubicBezTo>
                      <a:pt x="147" y="23"/>
                      <a:pt x="88" y="65"/>
                      <a:pt x="50" y="126"/>
                    </a:cubicBezTo>
                    <a:cubicBezTo>
                      <a:pt x="12" y="186"/>
                      <a:pt x="0" y="258"/>
                      <a:pt x="16" y="328"/>
                    </a:cubicBezTo>
                    <a:cubicBezTo>
                      <a:pt x="44" y="450"/>
                      <a:pt x="151" y="536"/>
                      <a:pt x="276" y="536"/>
                    </a:cubicBezTo>
                    <a:cubicBezTo>
                      <a:pt x="296" y="536"/>
                      <a:pt x="316" y="533"/>
                      <a:pt x="336" y="529"/>
                    </a:cubicBezTo>
                    <a:cubicBezTo>
                      <a:pt x="480" y="496"/>
                      <a:pt x="570" y="352"/>
                      <a:pt x="538" y="208"/>
                    </a:cubicBezTo>
                    <a:cubicBezTo>
                      <a:pt x="510" y="86"/>
                      <a:pt x="402" y="0"/>
                      <a:pt x="27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6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92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8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84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80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76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72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68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id-ID" dirty="0">
                  <a:latin typeface="Calibri" panose="020F0502020204030204" pitchFamily="34" charset="0"/>
                  <a:cs typeface="+mn-ea"/>
                  <a:sym typeface="Calibri" panose="020F0502020204030204" pitchFamily="34" charset="0"/>
                </a:endParaRPr>
              </a:p>
            </p:txBody>
          </p:sp>
          <p:sp>
            <p:nvSpPr>
              <p:cNvPr id="22" name="Freeform 20"/>
              <p:cNvSpPr>
                <a:spLocks noEditPoints="1"/>
              </p:cNvSpPr>
              <p:nvPr/>
            </p:nvSpPr>
            <p:spPr bwMode="auto">
              <a:xfrm>
                <a:off x="1455738" y="2371725"/>
                <a:ext cx="2198688" cy="2200275"/>
              </a:xfrm>
              <a:custGeom>
                <a:avLst/>
                <a:gdLst>
                  <a:gd name="T0" fmla="*/ 1055 w 1169"/>
                  <a:gd name="T1" fmla="*/ 596 h 1170"/>
                  <a:gd name="T2" fmla="*/ 1169 w 1169"/>
                  <a:gd name="T3" fmla="*/ 551 h 1170"/>
                  <a:gd name="T4" fmla="*/ 1156 w 1169"/>
                  <a:gd name="T5" fmla="*/ 455 h 1170"/>
                  <a:gd name="T6" fmla="*/ 1153 w 1169"/>
                  <a:gd name="T7" fmla="*/ 446 h 1170"/>
                  <a:gd name="T8" fmla="*/ 1031 w 1169"/>
                  <a:gd name="T9" fmla="*/ 436 h 1170"/>
                  <a:gd name="T10" fmla="*/ 998 w 1169"/>
                  <a:gd name="T11" fmla="*/ 359 h 1170"/>
                  <a:gd name="T12" fmla="*/ 1074 w 1169"/>
                  <a:gd name="T13" fmla="*/ 263 h 1170"/>
                  <a:gd name="T14" fmla="*/ 1008 w 1169"/>
                  <a:gd name="T15" fmla="*/ 180 h 1170"/>
                  <a:gd name="T16" fmla="*/ 897 w 1169"/>
                  <a:gd name="T17" fmla="*/ 233 h 1170"/>
                  <a:gd name="T18" fmla="*/ 829 w 1169"/>
                  <a:gd name="T19" fmla="*/ 183 h 1170"/>
                  <a:gd name="T20" fmla="*/ 847 w 1169"/>
                  <a:gd name="T21" fmla="*/ 62 h 1170"/>
                  <a:gd name="T22" fmla="*/ 749 w 1169"/>
                  <a:gd name="T23" fmla="*/ 23 h 1170"/>
                  <a:gd name="T24" fmla="*/ 679 w 1169"/>
                  <a:gd name="T25" fmla="*/ 124 h 1170"/>
                  <a:gd name="T26" fmla="*/ 596 w 1169"/>
                  <a:gd name="T27" fmla="*/ 114 h 1170"/>
                  <a:gd name="T28" fmla="*/ 550 w 1169"/>
                  <a:gd name="T29" fmla="*/ 0 h 1170"/>
                  <a:gd name="T30" fmla="*/ 454 w 1169"/>
                  <a:gd name="T31" fmla="*/ 14 h 1170"/>
                  <a:gd name="T32" fmla="*/ 446 w 1169"/>
                  <a:gd name="T33" fmla="*/ 16 h 1170"/>
                  <a:gd name="T34" fmla="*/ 436 w 1169"/>
                  <a:gd name="T35" fmla="*/ 139 h 1170"/>
                  <a:gd name="T36" fmla="*/ 359 w 1169"/>
                  <a:gd name="T37" fmla="*/ 172 h 1170"/>
                  <a:gd name="T38" fmla="*/ 262 w 1169"/>
                  <a:gd name="T39" fmla="*/ 96 h 1170"/>
                  <a:gd name="T40" fmla="*/ 180 w 1169"/>
                  <a:gd name="T41" fmla="*/ 162 h 1170"/>
                  <a:gd name="T42" fmla="*/ 232 w 1169"/>
                  <a:gd name="T43" fmla="*/ 273 h 1170"/>
                  <a:gd name="T44" fmla="*/ 183 w 1169"/>
                  <a:gd name="T45" fmla="*/ 340 h 1170"/>
                  <a:gd name="T46" fmla="*/ 61 w 1169"/>
                  <a:gd name="T47" fmla="*/ 323 h 1170"/>
                  <a:gd name="T48" fmla="*/ 22 w 1169"/>
                  <a:gd name="T49" fmla="*/ 421 h 1170"/>
                  <a:gd name="T50" fmla="*/ 123 w 1169"/>
                  <a:gd name="T51" fmla="*/ 491 h 1170"/>
                  <a:gd name="T52" fmla="*/ 114 w 1169"/>
                  <a:gd name="T53" fmla="*/ 574 h 1170"/>
                  <a:gd name="T54" fmla="*/ 0 w 1169"/>
                  <a:gd name="T55" fmla="*/ 619 h 1170"/>
                  <a:gd name="T56" fmla="*/ 14 w 1169"/>
                  <a:gd name="T57" fmla="*/ 716 h 1170"/>
                  <a:gd name="T58" fmla="*/ 16 w 1169"/>
                  <a:gd name="T59" fmla="*/ 724 h 1170"/>
                  <a:gd name="T60" fmla="*/ 138 w 1169"/>
                  <a:gd name="T61" fmla="*/ 734 h 1170"/>
                  <a:gd name="T62" fmla="*/ 171 w 1169"/>
                  <a:gd name="T63" fmla="*/ 811 h 1170"/>
                  <a:gd name="T64" fmla="*/ 95 w 1169"/>
                  <a:gd name="T65" fmla="*/ 907 h 1170"/>
                  <a:gd name="T66" fmla="*/ 161 w 1169"/>
                  <a:gd name="T67" fmla="*/ 990 h 1170"/>
                  <a:gd name="T68" fmla="*/ 272 w 1169"/>
                  <a:gd name="T69" fmla="*/ 937 h 1170"/>
                  <a:gd name="T70" fmla="*/ 340 w 1169"/>
                  <a:gd name="T71" fmla="*/ 987 h 1170"/>
                  <a:gd name="T72" fmla="*/ 322 w 1169"/>
                  <a:gd name="T73" fmla="*/ 1109 h 1170"/>
                  <a:gd name="T74" fmla="*/ 420 w 1169"/>
                  <a:gd name="T75" fmla="*/ 1147 h 1170"/>
                  <a:gd name="T76" fmla="*/ 490 w 1169"/>
                  <a:gd name="T77" fmla="*/ 1046 h 1170"/>
                  <a:gd name="T78" fmla="*/ 574 w 1169"/>
                  <a:gd name="T79" fmla="*/ 1056 h 1170"/>
                  <a:gd name="T80" fmla="*/ 619 w 1169"/>
                  <a:gd name="T81" fmla="*/ 1170 h 1170"/>
                  <a:gd name="T82" fmla="*/ 715 w 1169"/>
                  <a:gd name="T83" fmla="*/ 1156 h 1170"/>
                  <a:gd name="T84" fmla="*/ 723 w 1169"/>
                  <a:gd name="T85" fmla="*/ 1154 h 1170"/>
                  <a:gd name="T86" fmla="*/ 733 w 1169"/>
                  <a:gd name="T87" fmla="*/ 1032 h 1170"/>
                  <a:gd name="T88" fmla="*/ 810 w 1169"/>
                  <a:gd name="T89" fmla="*/ 998 h 1170"/>
                  <a:gd name="T90" fmla="*/ 907 w 1169"/>
                  <a:gd name="T91" fmla="*/ 1074 h 1170"/>
                  <a:gd name="T92" fmla="*/ 989 w 1169"/>
                  <a:gd name="T93" fmla="*/ 1008 h 1170"/>
                  <a:gd name="T94" fmla="*/ 937 w 1169"/>
                  <a:gd name="T95" fmla="*/ 897 h 1170"/>
                  <a:gd name="T96" fmla="*/ 987 w 1169"/>
                  <a:gd name="T97" fmla="*/ 830 h 1170"/>
                  <a:gd name="T98" fmla="*/ 1108 w 1169"/>
                  <a:gd name="T99" fmla="*/ 848 h 1170"/>
                  <a:gd name="T100" fmla="*/ 1147 w 1169"/>
                  <a:gd name="T101" fmla="*/ 749 h 1170"/>
                  <a:gd name="T102" fmla="*/ 1046 w 1169"/>
                  <a:gd name="T103" fmla="*/ 679 h 1170"/>
                  <a:gd name="T104" fmla="*/ 1055 w 1169"/>
                  <a:gd name="T105" fmla="*/ 596 h 1170"/>
                  <a:gd name="T106" fmla="*/ 657 w 1169"/>
                  <a:gd name="T107" fmla="*/ 901 h 1170"/>
                  <a:gd name="T108" fmla="*/ 584 w 1169"/>
                  <a:gd name="T109" fmla="*/ 909 h 1170"/>
                  <a:gd name="T110" fmla="*/ 384 w 1169"/>
                  <a:gd name="T111" fmla="*/ 839 h 1170"/>
                  <a:gd name="T112" fmla="*/ 269 w 1169"/>
                  <a:gd name="T113" fmla="*/ 657 h 1170"/>
                  <a:gd name="T114" fmla="*/ 310 w 1169"/>
                  <a:gd name="T115" fmla="*/ 413 h 1170"/>
                  <a:gd name="T116" fmla="*/ 512 w 1169"/>
                  <a:gd name="T117" fmla="*/ 270 h 1170"/>
                  <a:gd name="T118" fmla="*/ 585 w 1169"/>
                  <a:gd name="T119" fmla="*/ 261 h 1170"/>
                  <a:gd name="T120" fmla="*/ 785 w 1169"/>
                  <a:gd name="T121" fmla="*/ 331 h 1170"/>
                  <a:gd name="T122" fmla="*/ 900 w 1169"/>
                  <a:gd name="T123" fmla="*/ 513 h 1170"/>
                  <a:gd name="T124" fmla="*/ 657 w 1169"/>
                  <a:gd name="T125" fmla="*/ 901 h 1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169" h="1170">
                    <a:moveTo>
                      <a:pt x="1055" y="596"/>
                    </a:moveTo>
                    <a:cubicBezTo>
                      <a:pt x="1101" y="580"/>
                      <a:pt x="1140" y="564"/>
                      <a:pt x="1169" y="551"/>
                    </a:cubicBezTo>
                    <a:cubicBezTo>
                      <a:pt x="1167" y="519"/>
                      <a:pt x="1163" y="487"/>
                      <a:pt x="1156" y="455"/>
                    </a:cubicBezTo>
                    <a:cubicBezTo>
                      <a:pt x="1155" y="452"/>
                      <a:pt x="1154" y="449"/>
                      <a:pt x="1153" y="446"/>
                    </a:cubicBezTo>
                    <a:cubicBezTo>
                      <a:pt x="1121" y="442"/>
                      <a:pt x="1080" y="438"/>
                      <a:pt x="1031" y="436"/>
                    </a:cubicBezTo>
                    <a:cubicBezTo>
                      <a:pt x="1022" y="409"/>
                      <a:pt x="1011" y="384"/>
                      <a:pt x="998" y="359"/>
                    </a:cubicBezTo>
                    <a:cubicBezTo>
                      <a:pt x="1030" y="322"/>
                      <a:pt x="1055" y="290"/>
                      <a:pt x="1074" y="263"/>
                    </a:cubicBezTo>
                    <a:cubicBezTo>
                      <a:pt x="1054" y="233"/>
                      <a:pt x="1032" y="206"/>
                      <a:pt x="1008" y="180"/>
                    </a:cubicBezTo>
                    <a:cubicBezTo>
                      <a:pt x="977" y="193"/>
                      <a:pt x="940" y="210"/>
                      <a:pt x="897" y="233"/>
                    </a:cubicBezTo>
                    <a:cubicBezTo>
                      <a:pt x="876" y="214"/>
                      <a:pt x="853" y="198"/>
                      <a:pt x="829" y="183"/>
                    </a:cubicBezTo>
                    <a:cubicBezTo>
                      <a:pt x="838" y="135"/>
                      <a:pt x="844" y="94"/>
                      <a:pt x="847" y="62"/>
                    </a:cubicBezTo>
                    <a:cubicBezTo>
                      <a:pt x="816" y="46"/>
                      <a:pt x="783" y="33"/>
                      <a:pt x="749" y="23"/>
                    </a:cubicBezTo>
                    <a:cubicBezTo>
                      <a:pt x="729" y="49"/>
                      <a:pt x="705" y="82"/>
                      <a:pt x="679" y="124"/>
                    </a:cubicBezTo>
                    <a:cubicBezTo>
                      <a:pt x="652" y="118"/>
                      <a:pt x="624" y="115"/>
                      <a:pt x="596" y="114"/>
                    </a:cubicBezTo>
                    <a:cubicBezTo>
                      <a:pt x="579" y="68"/>
                      <a:pt x="564" y="30"/>
                      <a:pt x="550" y="0"/>
                    </a:cubicBezTo>
                    <a:cubicBezTo>
                      <a:pt x="518" y="2"/>
                      <a:pt x="486" y="7"/>
                      <a:pt x="454" y="14"/>
                    </a:cubicBezTo>
                    <a:cubicBezTo>
                      <a:pt x="451" y="15"/>
                      <a:pt x="449" y="15"/>
                      <a:pt x="446" y="16"/>
                    </a:cubicBezTo>
                    <a:cubicBezTo>
                      <a:pt x="441" y="49"/>
                      <a:pt x="438" y="89"/>
                      <a:pt x="436" y="139"/>
                    </a:cubicBezTo>
                    <a:cubicBezTo>
                      <a:pt x="409" y="147"/>
                      <a:pt x="383" y="159"/>
                      <a:pt x="359" y="172"/>
                    </a:cubicBezTo>
                    <a:cubicBezTo>
                      <a:pt x="321" y="140"/>
                      <a:pt x="289" y="115"/>
                      <a:pt x="262" y="96"/>
                    </a:cubicBezTo>
                    <a:cubicBezTo>
                      <a:pt x="233" y="115"/>
                      <a:pt x="205" y="137"/>
                      <a:pt x="180" y="162"/>
                    </a:cubicBezTo>
                    <a:cubicBezTo>
                      <a:pt x="192" y="192"/>
                      <a:pt x="210" y="229"/>
                      <a:pt x="232" y="273"/>
                    </a:cubicBezTo>
                    <a:cubicBezTo>
                      <a:pt x="214" y="294"/>
                      <a:pt x="197" y="316"/>
                      <a:pt x="183" y="340"/>
                    </a:cubicBezTo>
                    <a:cubicBezTo>
                      <a:pt x="134" y="331"/>
                      <a:pt x="94" y="325"/>
                      <a:pt x="61" y="323"/>
                    </a:cubicBezTo>
                    <a:cubicBezTo>
                      <a:pt x="45" y="354"/>
                      <a:pt x="32" y="387"/>
                      <a:pt x="22" y="421"/>
                    </a:cubicBezTo>
                    <a:cubicBezTo>
                      <a:pt x="48" y="441"/>
                      <a:pt x="82" y="464"/>
                      <a:pt x="123" y="491"/>
                    </a:cubicBezTo>
                    <a:cubicBezTo>
                      <a:pt x="118" y="518"/>
                      <a:pt x="115" y="546"/>
                      <a:pt x="114" y="574"/>
                    </a:cubicBezTo>
                    <a:cubicBezTo>
                      <a:pt x="68" y="590"/>
                      <a:pt x="30" y="606"/>
                      <a:pt x="0" y="619"/>
                    </a:cubicBezTo>
                    <a:cubicBezTo>
                      <a:pt x="2" y="651"/>
                      <a:pt x="6" y="683"/>
                      <a:pt x="14" y="716"/>
                    </a:cubicBezTo>
                    <a:cubicBezTo>
                      <a:pt x="14" y="718"/>
                      <a:pt x="15" y="721"/>
                      <a:pt x="16" y="724"/>
                    </a:cubicBezTo>
                    <a:cubicBezTo>
                      <a:pt x="48" y="729"/>
                      <a:pt x="89" y="732"/>
                      <a:pt x="138" y="734"/>
                    </a:cubicBezTo>
                    <a:cubicBezTo>
                      <a:pt x="147" y="761"/>
                      <a:pt x="158" y="787"/>
                      <a:pt x="171" y="811"/>
                    </a:cubicBezTo>
                    <a:cubicBezTo>
                      <a:pt x="140" y="848"/>
                      <a:pt x="114" y="880"/>
                      <a:pt x="95" y="907"/>
                    </a:cubicBezTo>
                    <a:cubicBezTo>
                      <a:pt x="115" y="937"/>
                      <a:pt x="137" y="965"/>
                      <a:pt x="161" y="990"/>
                    </a:cubicBezTo>
                    <a:cubicBezTo>
                      <a:pt x="192" y="977"/>
                      <a:pt x="229" y="960"/>
                      <a:pt x="272" y="937"/>
                    </a:cubicBezTo>
                    <a:cubicBezTo>
                      <a:pt x="293" y="956"/>
                      <a:pt x="316" y="972"/>
                      <a:pt x="340" y="987"/>
                    </a:cubicBezTo>
                    <a:cubicBezTo>
                      <a:pt x="331" y="1035"/>
                      <a:pt x="325" y="1076"/>
                      <a:pt x="322" y="1109"/>
                    </a:cubicBezTo>
                    <a:cubicBezTo>
                      <a:pt x="354" y="1124"/>
                      <a:pt x="386" y="1137"/>
                      <a:pt x="420" y="1147"/>
                    </a:cubicBezTo>
                    <a:cubicBezTo>
                      <a:pt x="441" y="1121"/>
                      <a:pt x="464" y="1088"/>
                      <a:pt x="490" y="1046"/>
                    </a:cubicBezTo>
                    <a:cubicBezTo>
                      <a:pt x="517" y="1052"/>
                      <a:pt x="545" y="1055"/>
                      <a:pt x="574" y="1056"/>
                    </a:cubicBezTo>
                    <a:cubicBezTo>
                      <a:pt x="590" y="1102"/>
                      <a:pt x="605" y="1140"/>
                      <a:pt x="619" y="1170"/>
                    </a:cubicBezTo>
                    <a:cubicBezTo>
                      <a:pt x="651" y="1168"/>
                      <a:pt x="683" y="1163"/>
                      <a:pt x="715" y="1156"/>
                    </a:cubicBezTo>
                    <a:cubicBezTo>
                      <a:pt x="718" y="1155"/>
                      <a:pt x="721" y="1155"/>
                      <a:pt x="723" y="1154"/>
                    </a:cubicBezTo>
                    <a:cubicBezTo>
                      <a:pt x="728" y="1121"/>
                      <a:pt x="731" y="1081"/>
                      <a:pt x="733" y="1032"/>
                    </a:cubicBezTo>
                    <a:cubicBezTo>
                      <a:pt x="760" y="1023"/>
                      <a:pt x="786" y="1011"/>
                      <a:pt x="810" y="998"/>
                    </a:cubicBezTo>
                    <a:cubicBezTo>
                      <a:pt x="848" y="1030"/>
                      <a:pt x="880" y="1055"/>
                      <a:pt x="907" y="1074"/>
                    </a:cubicBezTo>
                    <a:cubicBezTo>
                      <a:pt x="936" y="1055"/>
                      <a:pt x="964" y="1033"/>
                      <a:pt x="989" y="1008"/>
                    </a:cubicBezTo>
                    <a:cubicBezTo>
                      <a:pt x="977" y="978"/>
                      <a:pt x="960" y="941"/>
                      <a:pt x="937" y="897"/>
                    </a:cubicBezTo>
                    <a:cubicBezTo>
                      <a:pt x="955" y="876"/>
                      <a:pt x="972" y="854"/>
                      <a:pt x="987" y="830"/>
                    </a:cubicBezTo>
                    <a:cubicBezTo>
                      <a:pt x="1035" y="839"/>
                      <a:pt x="1075" y="845"/>
                      <a:pt x="1108" y="848"/>
                    </a:cubicBezTo>
                    <a:cubicBezTo>
                      <a:pt x="1124" y="816"/>
                      <a:pt x="1137" y="783"/>
                      <a:pt x="1147" y="749"/>
                    </a:cubicBezTo>
                    <a:cubicBezTo>
                      <a:pt x="1121" y="729"/>
                      <a:pt x="1087" y="706"/>
                      <a:pt x="1046" y="679"/>
                    </a:cubicBezTo>
                    <a:cubicBezTo>
                      <a:pt x="1051" y="652"/>
                      <a:pt x="1055" y="624"/>
                      <a:pt x="1055" y="596"/>
                    </a:cubicBezTo>
                    <a:close/>
                    <a:moveTo>
                      <a:pt x="657" y="901"/>
                    </a:moveTo>
                    <a:cubicBezTo>
                      <a:pt x="633" y="906"/>
                      <a:pt x="609" y="909"/>
                      <a:pt x="584" y="909"/>
                    </a:cubicBezTo>
                    <a:cubicBezTo>
                      <a:pt x="512" y="909"/>
                      <a:pt x="441" y="884"/>
                      <a:pt x="384" y="839"/>
                    </a:cubicBezTo>
                    <a:cubicBezTo>
                      <a:pt x="326" y="794"/>
                      <a:pt x="285" y="729"/>
                      <a:pt x="269" y="657"/>
                    </a:cubicBezTo>
                    <a:cubicBezTo>
                      <a:pt x="250" y="573"/>
                      <a:pt x="264" y="486"/>
                      <a:pt x="310" y="413"/>
                    </a:cubicBezTo>
                    <a:cubicBezTo>
                      <a:pt x="356" y="340"/>
                      <a:pt x="428" y="289"/>
                      <a:pt x="512" y="270"/>
                    </a:cubicBezTo>
                    <a:cubicBezTo>
                      <a:pt x="536" y="264"/>
                      <a:pt x="561" y="261"/>
                      <a:pt x="585" y="261"/>
                    </a:cubicBezTo>
                    <a:cubicBezTo>
                      <a:pt x="657" y="261"/>
                      <a:pt x="728" y="286"/>
                      <a:pt x="785" y="331"/>
                    </a:cubicBezTo>
                    <a:cubicBezTo>
                      <a:pt x="843" y="376"/>
                      <a:pt x="884" y="441"/>
                      <a:pt x="900" y="513"/>
                    </a:cubicBezTo>
                    <a:cubicBezTo>
                      <a:pt x="940" y="687"/>
                      <a:pt x="831" y="861"/>
                      <a:pt x="657" y="90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6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92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8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84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80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76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72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68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id-ID" dirty="0">
                  <a:latin typeface="Calibri" panose="020F0502020204030204" pitchFamily="34" charset="0"/>
                  <a:cs typeface="+mn-ea"/>
                  <a:sym typeface="Calibri" panose="020F0502020204030204" pitchFamily="34" charset="0"/>
                </a:endParaRPr>
              </a:p>
            </p:txBody>
          </p:sp>
        </p:grpSp>
        <p:grpSp>
          <p:nvGrpSpPr>
            <p:cNvPr id="10" name="Group 36"/>
            <p:cNvGrpSpPr/>
            <p:nvPr/>
          </p:nvGrpSpPr>
          <p:grpSpPr>
            <a:xfrm>
              <a:off x="8907456" y="1851151"/>
              <a:ext cx="432502" cy="444548"/>
              <a:chOff x="7742238" y="3649663"/>
              <a:chExt cx="627062" cy="644526"/>
            </a:xfrm>
            <a:solidFill>
              <a:schemeClr val="bg1"/>
            </a:solidFill>
          </p:grpSpPr>
          <p:sp>
            <p:nvSpPr>
              <p:cNvPr id="11" name="Freeform 14"/>
              <p:cNvSpPr/>
              <p:nvPr/>
            </p:nvSpPr>
            <p:spPr bwMode="auto">
              <a:xfrm>
                <a:off x="7742238" y="3649663"/>
                <a:ext cx="542925" cy="541338"/>
              </a:xfrm>
              <a:custGeom>
                <a:avLst/>
                <a:gdLst>
                  <a:gd name="T0" fmla="*/ 76 w 142"/>
                  <a:gd name="T1" fmla="*/ 130 h 142"/>
                  <a:gd name="T2" fmla="*/ 71 w 142"/>
                  <a:gd name="T3" fmla="*/ 130 h 142"/>
                  <a:gd name="T4" fmla="*/ 12 w 142"/>
                  <a:gd name="T5" fmla="*/ 71 h 142"/>
                  <a:gd name="T6" fmla="*/ 71 w 142"/>
                  <a:gd name="T7" fmla="*/ 12 h 142"/>
                  <a:gd name="T8" fmla="*/ 130 w 142"/>
                  <a:gd name="T9" fmla="*/ 71 h 142"/>
                  <a:gd name="T10" fmla="*/ 129 w 142"/>
                  <a:gd name="T11" fmla="*/ 81 h 142"/>
                  <a:gd name="T12" fmla="*/ 140 w 142"/>
                  <a:gd name="T13" fmla="*/ 85 h 142"/>
                  <a:gd name="T14" fmla="*/ 142 w 142"/>
                  <a:gd name="T15" fmla="*/ 71 h 142"/>
                  <a:gd name="T16" fmla="*/ 71 w 142"/>
                  <a:gd name="T17" fmla="*/ 0 h 142"/>
                  <a:gd name="T18" fmla="*/ 0 w 142"/>
                  <a:gd name="T19" fmla="*/ 71 h 142"/>
                  <a:gd name="T20" fmla="*/ 71 w 142"/>
                  <a:gd name="T21" fmla="*/ 142 h 142"/>
                  <a:gd name="T22" fmla="*/ 80 w 142"/>
                  <a:gd name="T23" fmla="*/ 141 h 142"/>
                  <a:gd name="T24" fmla="*/ 76 w 142"/>
                  <a:gd name="T25" fmla="*/ 130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42" h="142">
                    <a:moveTo>
                      <a:pt x="76" y="130"/>
                    </a:moveTo>
                    <a:cubicBezTo>
                      <a:pt x="74" y="130"/>
                      <a:pt x="73" y="130"/>
                      <a:pt x="71" y="130"/>
                    </a:cubicBezTo>
                    <a:cubicBezTo>
                      <a:pt x="38" y="130"/>
                      <a:pt x="12" y="104"/>
                      <a:pt x="12" y="71"/>
                    </a:cubicBezTo>
                    <a:cubicBezTo>
                      <a:pt x="12" y="38"/>
                      <a:pt x="38" y="12"/>
                      <a:pt x="71" y="12"/>
                    </a:cubicBezTo>
                    <a:cubicBezTo>
                      <a:pt x="103" y="12"/>
                      <a:pt x="130" y="38"/>
                      <a:pt x="130" y="71"/>
                    </a:cubicBezTo>
                    <a:cubicBezTo>
                      <a:pt x="130" y="74"/>
                      <a:pt x="129" y="78"/>
                      <a:pt x="129" y="81"/>
                    </a:cubicBezTo>
                    <a:cubicBezTo>
                      <a:pt x="140" y="85"/>
                      <a:pt x="140" y="85"/>
                      <a:pt x="140" y="85"/>
                    </a:cubicBezTo>
                    <a:cubicBezTo>
                      <a:pt x="141" y="80"/>
                      <a:pt x="142" y="76"/>
                      <a:pt x="142" y="71"/>
                    </a:cubicBezTo>
                    <a:cubicBezTo>
                      <a:pt x="142" y="32"/>
                      <a:pt x="110" y="0"/>
                      <a:pt x="71" y="0"/>
                    </a:cubicBezTo>
                    <a:cubicBezTo>
                      <a:pt x="32" y="0"/>
                      <a:pt x="0" y="32"/>
                      <a:pt x="0" y="71"/>
                    </a:cubicBezTo>
                    <a:cubicBezTo>
                      <a:pt x="0" y="110"/>
                      <a:pt x="32" y="142"/>
                      <a:pt x="71" y="142"/>
                    </a:cubicBezTo>
                    <a:cubicBezTo>
                      <a:pt x="74" y="142"/>
                      <a:pt x="77" y="142"/>
                      <a:pt x="80" y="141"/>
                    </a:cubicBezTo>
                    <a:lnTo>
                      <a:pt x="76" y="13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6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92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8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84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80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76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72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68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id-ID" dirty="0">
                  <a:latin typeface="Calibri" panose="020F0502020204030204" pitchFamily="34" charset="0"/>
                  <a:cs typeface="+mn-ea"/>
                  <a:sym typeface="Calibri" panose="020F0502020204030204" pitchFamily="34" charset="0"/>
                </a:endParaRPr>
              </a:p>
            </p:txBody>
          </p:sp>
          <p:sp>
            <p:nvSpPr>
              <p:cNvPr id="12" name="Freeform 15"/>
              <p:cNvSpPr>
                <a:spLocks noEditPoints="1"/>
              </p:cNvSpPr>
              <p:nvPr/>
            </p:nvSpPr>
            <p:spPr bwMode="auto">
              <a:xfrm>
                <a:off x="7883525" y="3798888"/>
                <a:ext cx="260350" cy="258763"/>
              </a:xfrm>
              <a:custGeom>
                <a:avLst/>
                <a:gdLst>
                  <a:gd name="T0" fmla="*/ 34 w 68"/>
                  <a:gd name="T1" fmla="*/ 68 h 68"/>
                  <a:gd name="T2" fmla="*/ 0 w 68"/>
                  <a:gd name="T3" fmla="*/ 34 h 68"/>
                  <a:gd name="T4" fmla="*/ 34 w 68"/>
                  <a:gd name="T5" fmla="*/ 0 h 68"/>
                  <a:gd name="T6" fmla="*/ 68 w 68"/>
                  <a:gd name="T7" fmla="*/ 34 h 68"/>
                  <a:gd name="T8" fmla="*/ 34 w 68"/>
                  <a:gd name="T9" fmla="*/ 68 h 68"/>
                  <a:gd name="T10" fmla="*/ 34 w 68"/>
                  <a:gd name="T11" fmla="*/ 12 h 68"/>
                  <a:gd name="T12" fmla="*/ 12 w 68"/>
                  <a:gd name="T13" fmla="*/ 34 h 68"/>
                  <a:gd name="T14" fmla="*/ 34 w 68"/>
                  <a:gd name="T15" fmla="*/ 56 h 68"/>
                  <a:gd name="T16" fmla="*/ 56 w 68"/>
                  <a:gd name="T17" fmla="*/ 34 h 68"/>
                  <a:gd name="T18" fmla="*/ 34 w 68"/>
                  <a:gd name="T19" fmla="*/ 12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8" h="68">
                    <a:moveTo>
                      <a:pt x="34" y="68"/>
                    </a:moveTo>
                    <a:cubicBezTo>
                      <a:pt x="16" y="68"/>
                      <a:pt x="0" y="52"/>
                      <a:pt x="0" y="34"/>
                    </a:cubicBezTo>
                    <a:cubicBezTo>
                      <a:pt x="0" y="15"/>
                      <a:pt x="16" y="0"/>
                      <a:pt x="34" y="0"/>
                    </a:cubicBezTo>
                    <a:cubicBezTo>
                      <a:pt x="53" y="0"/>
                      <a:pt x="68" y="15"/>
                      <a:pt x="68" y="34"/>
                    </a:cubicBezTo>
                    <a:cubicBezTo>
                      <a:pt x="68" y="52"/>
                      <a:pt x="53" y="68"/>
                      <a:pt x="34" y="68"/>
                    </a:cubicBezTo>
                    <a:close/>
                    <a:moveTo>
                      <a:pt x="34" y="12"/>
                    </a:moveTo>
                    <a:cubicBezTo>
                      <a:pt x="22" y="12"/>
                      <a:pt x="12" y="22"/>
                      <a:pt x="12" y="34"/>
                    </a:cubicBezTo>
                    <a:cubicBezTo>
                      <a:pt x="12" y="46"/>
                      <a:pt x="22" y="56"/>
                      <a:pt x="34" y="56"/>
                    </a:cubicBezTo>
                    <a:cubicBezTo>
                      <a:pt x="46" y="56"/>
                      <a:pt x="56" y="46"/>
                      <a:pt x="56" y="34"/>
                    </a:cubicBezTo>
                    <a:cubicBezTo>
                      <a:pt x="56" y="22"/>
                      <a:pt x="46" y="12"/>
                      <a:pt x="34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6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92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8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84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80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76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72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68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id-ID" dirty="0">
                  <a:latin typeface="Calibri" panose="020F0502020204030204" pitchFamily="34" charset="0"/>
                  <a:cs typeface="+mn-ea"/>
                  <a:sym typeface="Calibri" panose="020F0502020204030204" pitchFamily="34" charset="0"/>
                </a:endParaRPr>
              </a:p>
            </p:txBody>
          </p:sp>
          <p:sp>
            <p:nvSpPr>
              <p:cNvPr id="13" name="Freeform 16"/>
              <p:cNvSpPr/>
              <p:nvPr/>
            </p:nvSpPr>
            <p:spPr bwMode="auto">
              <a:xfrm>
                <a:off x="7999413" y="3921126"/>
                <a:ext cx="369887" cy="373063"/>
              </a:xfrm>
              <a:custGeom>
                <a:avLst/>
                <a:gdLst>
                  <a:gd name="T0" fmla="*/ 233 w 233"/>
                  <a:gd name="T1" fmla="*/ 204 h 235"/>
                  <a:gd name="T2" fmla="*/ 137 w 233"/>
                  <a:gd name="T3" fmla="*/ 110 h 235"/>
                  <a:gd name="T4" fmla="*/ 214 w 233"/>
                  <a:gd name="T5" fmla="*/ 74 h 235"/>
                  <a:gd name="T6" fmla="*/ 0 w 233"/>
                  <a:gd name="T7" fmla="*/ 0 h 235"/>
                  <a:gd name="T8" fmla="*/ 72 w 233"/>
                  <a:gd name="T9" fmla="*/ 218 h 235"/>
                  <a:gd name="T10" fmla="*/ 108 w 233"/>
                  <a:gd name="T11" fmla="*/ 141 h 235"/>
                  <a:gd name="T12" fmla="*/ 202 w 233"/>
                  <a:gd name="T13" fmla="*/ 235 h 235"/>
                  <a:gd name="T14" fmla="*/ 233 w 233"/>
                  <a:gd name="T15" fmla="*/ 204 h 235"/>
                  <a:gd name="T16" fmla="*/ 233 w 233"/>
                  <a:gd name="T17" fmla="*/ 204 h 235"/>
                  <a:gd name="T18" fmla="*/ 233 w 233"/>
                  <a:gd name="T19" fmla="*/ 204 h 2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3" h="235">
                    <a:moveTo>
                      <a:pt x="233" y="204"/>
                    </a:moveTo>
                    <a:lnTo>
                      <a:pt x="137" y="110"/>
                    </a:lnTo>
                    <a:lnTo>
                      <a:pt x="214" y="74"/>
                    </a:lnTo>
                    <a:lnTo>
                      <a:pt x="0" y="0"/>
                    </a:lnTo>
                    <a:lnTo>
                      <a:pt x="72" y="218"/>
                    </a:lnTo>
                    <a:lnTo>
                      <a:pt x="108" y="141"/>
                    </a:lnTo>
                    <a:lnTo>
                      <a:pt x="202" y="235"/>
                    </a:lnTo>
                    <a:lnTo>
                      <a:pt x="233" y="204"/>
                    </a:lnTo>
                    <a:lnTo>
                      <a:pt x="233" y="204"/>
                    </a:lnTo>
                    <a:lnTo>
                      <a:pt x="233" y="20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6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92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8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84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80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76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72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68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id-ID" dirty="0">
                  <a:latin typeface="Calibri" panose="020F0502020204030204" pitchFamily="34" charset="0"/>
                  <a:cs typeface="+mn-ea"/>
                  <a:sym typeface="Calibri" panose="020F0502020204030204" pitchFamily="34" charset="0"/>
                </a:endParaRPr>
              </a:p>
            </p:txBody>
          </p:sp>
        </p:grpSp>
      </p:grpSp>
      <p:sp>
        <p:nvSpPr>
          <p:cNvPr id="28" name="TextBox 8"/>
          <p:cNvSpPr txBox="1"/>
          <p:nvPr/>
        </p:nvSpPr>
        <p:spPr>
          <a:xfrm>
            <a:off x="3152709" y="309094"/>
            <a:ext cx="2323973" cy="43088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zh-CN" altLang="en-US" sz="2800" b="1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公司产品学习</a:t>
            </a:r>
            <a:endParaRPr lang="en-US" altLang="zh-CN" sz="2800" b="1" dirty="0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29" name="iconfont-11790-5634312"/>
          <p:cNvSpPr>
            <a:spLocks noChangeAspect="1"/>
          </p:cNvSpPr>
          <p:nvPr/>
        </p:nvSpPr>
        <p:spPr bwMode="auto">
          <a:xfrm>
            <a:off x="2375531" y="223327"/>
            <a:ext cx="609525" cy="609685"/>
          </a:xfrm>
          <a:custGeom>
            <a:avLst/>
            <a:gdLst>
              <a:gd name="T0" fmla="*/ 3779 w 7964"/>
              <a:gd name="T1" fmla="*/ 2906 h 7964"/>
              <a:gd name="T2" fmla="*/ 2906 w 7964"/>
              <a:gd name="T3" fmla="*/ 3779 h 7964"/>
              <a:gd name="T4" fmla="*/ 3779 w 7964"/>
              <a:gd name="T5" fmla="*/ 4651 h 7964"/>
              <a:gd name="T6" fmla="*/ 4651 w 7964"/>
              <a:gd name="T7" fmla="*/ 3779 h 7964"/>
              <a:gd name="T8" fmla="*/ 3779 w 7964"/>
              <a:gd name="T9" fmla="*/ 2906 h 7964"/>
              <a:gd name="T10" fmla="*/ 4198 w 7964"/>
              <a:gd name="T11" fmla="*/ 3444 h 7964"/>
              <a:gd name="T12" fmla="*/ 3779 w 7964"/>
              <a:gd name="T13" fmla="*/ 3242 h 7964"/>
              <a:gd name="T14" fmla="*/ 3339 w 7964"/>
              <a:gd name="T15" fmla="*/ 3470 h 7964"/>
              <a:gd name="T16" fmla="*/ 3229 w 7964"/>
              <a:gd name="T17" fmla="*/ 3394 h 7964"/>
              <a:gd name="T18" fmla="*/ 3779 w 7964"/>
              <a:gd name="T19" fmla="*/ 3107 h 7964"/>
              <a:gd name="T20" fmla="*/ 4303 w 7964"/>
              <a:gd name="T21" fmla="*/ 3360 h 7964"/>
              <a:gd name="T22" fmla="*/ 4198 w 7964"/>
              <a:gd name="T23" fmla="*/ 3444 h 7964"/>
              <a:gd name="T24" fmla="*/ 7651 w 7964"/>
              <a:gd name="T25" fmla="*/ 2432 h 7964"/>
              <a:gd name="T26" fmla="*/ 6798 w 7964"/>
              <a:gd name="T27" fmla="*/ 1166 h 7964"/>
              <a:gd name="T28" fmla="*/ 5532 w 7964"/>
              <a:gd name="T29" fmla="*/ 313 h 7964"/>
              <a:gd name="T30" fmla="*/ 3982 w 7964"/>
              <a:gd name="T31" fmla="*/ 0 h 7964"/>
              <a:gd name="T32" fmla="*/ 2432 w 7964"/>
              <a:gd name="T33" fmla="*/ 313 h 7964"/>
              <a:gd name="T34" fmla="*/ 1166 w 7964"/>
              <a:gd name="T35" fmla="*/ 1166 h 7964"/>
              <a:gd name="T36" fmla="*/ 313 w 7964"/>
              <a:gd name="T37" fmla="*/ 2432 h 7964"/>
              <a:gd name="T38" fmla="*/ 0 w 7964"/>
              <a:gd name="T39" fmla="*/ 3982 h 7964"/>
              <a:gd name="T40" fmla="*/ 313 w 7964"/>
              <a:gd name="T41" fmla="*/ 5532 h 7964"/>
              <a:gd name="T42" fmla="*/ 1166 w 7964"/>
              <a:gd name="T43" fmla="*/ 6798 h 7964"/>
              <a:gd name="T44" fmla="*/ 2432 w 7964"/>
              <a:gd name="T45" fmla="*/ 7651 h 7964"/>
              <a:gd name="T46" fmla="*/ 3982 w 7964"/>
              <a:gd name="T47" fmla="*/ 7964 h 7964"/>
              <a:gd name="T48" fmla="*/ 5532 w 7964"/>
              <a:gd name="T49" fmla="*/ 7651 h 7964"/>
              <a:gd name="T50" fmla="*/ 6798 w 7964"/>
              <a:gd name="T51" fmla="*/ 6798 h 7964"/>
              <a:gd name="T52" fmla="*/ 7651 w 7964"/>
              <a:gd name="T53" fmla="*/ 5532 h 7964"/>
              <a:gd name="T54" fmla="*/ 7964 w 7964"/>
              <a:gd name="T55" fmla="*/ 3982 h 7964"/>
              <a:gd name="T56" fmla="*/ 7651 w 7964"/>
              <a:gd name="T57" fmla="*/ 2432 h 7964"/>
              <a:gd name="T58" fmla="*/ 5292 w 7964"/>
              <a:gd name="T59" fmla="*/ 5141 h 7964"/>
              <a:gd name="T60" fmla="*/ 5161 w 7964"/>
              <a:gd name="T61" fmla="*/ 5289 h 7964"/>
              <a:gd name="T62" fmla="*/ 4960 w 7964"/>
              <a:gd name="T63" fmla="*/ 5285 h 7964"/>
              <a:gd name="T64" fmla="*/ 4423 w 7964"/>
              <a:gd name="T65" fmla="*/ 4739 h 7964"/>
              <a:gd name="T66" fmla="*/ 4414 w 7964"/>
              <a:gd name="T67" fmla="*/ 4726 h 7964"/>
              <a:gd name="T68" fmla="*/ 3779 w 7964"/>
              <a:gd name="T69" fmla="*/ 4920 h 7964"/>
              <a:gd name="T70" fmla="*/ 2637 w 7964"/>
              <a:gd name="T71" fmla="*/ 3779 h 7964"/>
              <a:gd name="T72" fmla="*/ 3779 w 7964"/>
              <a:gd name="T73" fmla="*/ 2638 h 7964"/>
              <a:gd name="T74" fmla="*/ 4920 w 7964"/>
              <a:gd name="T75" fmla="*/ 3779 h 7964"/>
              <a:gd name="T76" fmla="*/ 4734 w 7964"/>
              <a:gd name="T77" fmla="*/ 4402 h 7964"/>
              <a:gd name="T78" fmla="*/ 4740 w 7964"/>
              <a:gd name="T79" fmla="*/ 4406 h 7964"/>
              <a:gd name="T80" fmla="*/ 5281 w 7964"/>
              <a:gd name="T81" fmla="*/ 4947 h 7964"/>
              <a:gd name="T82" fmla="*/ 5292 w 7964"/>
              <a:gd name="T83" fmla="*/ 5141 h 79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7964" h="7964">
                <a:moveTo>
                  <a:pt x="3779" y="2906"/>
                </a:moveTo>
                <a:cubicBezTo>
                  <a:pt x="3297" y="2906"/>
                  <a:pt x="2906" y="3297"/>
                  <a:pt x="2906" y="3779"/>
                </a:cubicBezTo>
                <a:cubicBezTo>
                  <a:pt x="2906" y="4260"/>
                  <a:pt x="3297" y="4651"/>
                  <a:pt x="3779" y="4651"/>
                </a:cubicBezTo>
                <a:cubicBezTo>
                  <a:pt x="4261" y="4651"/>
                  <a:pt x="4651" y="4260"/>
                  <a:pt x="4651" y="3779"/>
                </a:cubicBezTo>
                <a:cubicBezTo>
                  <a:pt x="4651" y="3297"/>
                  <a:pt x="4261" y="2906"/>
                  <a:pt x="3779" y="2906"/>
                </a:cubicBezTo>
                <a:close/>
                <a:moveTo>
                  <a:pt x="4198" y="3444"/>
                </a:moveTo>
                <a:cubicBezTo>
                  <a:pt x="4100" y="3321"/>
                  <a:pt x="3949" y="3242"/>
                  <a:pt x="3779" y="3242"/>
                </a:cubicBezTo>
                <a:cubicBezTo>
                  <a:pt x="3597" y="3242"/>
                  <a:pt x="3437" y="3332"/>
                  <a:pt x="3339" y="3470"/>
                </a:cubicBezTo>
                <a:lnTo>
                  <a:pt x="3229" y="3394"/>
                </a:lnTo>
                <a:cubicBezTo>
                  <a:pt x="3351" y="3221"/>
                  <a:pt x="3551" y="3107"/>
                  <a:pt x="3779" y="3107"/>
                </a:cubicBezTo>
                <a:cubicBezTo>
                  <a:pt x="3991" y="3107"/>
                  <a:pt x="4180" y="3206"/>
                  <a:pt x="4303" y="3360"/>
                </a:cubicBezTo>
                <a:lnTo>
                  <a:pt x="4198" y="3444"/>
                </a:lnTo>
                <a:close/>
                <a:moveTo>
                  <a:pt x="7651" y="2432"/>
                </a:moveTo>
                <a:cubicBezTo>
                  <a:pt x="7451" y="1958"/>
                  <a:pt x="7164" y="1532"/>
                  <a:pt x="6798" y="1166"/>
                </a:cubicBezTo>
                <a:cubicBezTo>
                  <a:pt x="6432" y="800"/>
                  <a:pt x="6006" y="513"/>
                  <a:pt x="5532" y="313"/>
                </a:cubicBezTo>
                <a:cubicBezTo>
                  <a:pt x="5041" y="105"/>
                  <a:pt x="4520" y="0"/>
                  <a:pt x="3982" y="0"/>
                </a:cubicBezTo>
                <a:cubicBezTo>
                  <a:pt x="3444" y="0"/>
                  <a:pt x="2923" y="105"/>
                  <a:pt x="2432" y="313"/>
                </a:cubicBezTo>
                <a:cubicBezTo>
                  <a:pt x="1958" y="513"/>
                  <a:pt x="1532" y="800"/>
                  <a:pt x="1166" y="1166"/>
                </a:cubicBezTo>
                <a:cubicBezTo>
                  <a:pt x="800" y="1532"/>
                  <a:pt x="513" y="1958"/>
                  <a:pt x="313" y="2432"/>
                </a:cubicBezTo>
                <a:cubicBezTo>
                  <a:pt x="105" y="2923"/>
                  <a:pt x="0" y="3444"/>
                  <a:pt x="0" y="3982"/>
                </a:cubicBezTo>
                <a:cubicBezTo>
                  <a:pt x="0" y="4520"/>
                  <a:pt x="105" y="5041"/>
                  <a:pt x="313" y="5532"/>
                </a:cubicBezTo>
                <a:cubicBezTo>
                  <a:pt x="513" y="6006"/>
                  <a:pt x="800" y="6432"/>
                  <a:pt x="1166" y="6798"/>
                </a:cubicBezTo>
                <a:cubicBezTo>
                  <a:pt x="1532" y="7164"/>
                  <a:pt x="1958" y="7451"/>
                  <a:pt x="2432" y="7651"/>
                </a:cubicBezTo>
                <a:cubicBezTo>
                  <a:pt x="2923" y="7859"/>
                  <a:pt x="3444" y="7964"/>
                  <a:pt x="3982" y="7964"/>
                </a:cubicBezTo>
                <a:cubicBezTo>
                  <a:pt x="4520" y="7964"/>
                  <a:pt x="5041" y="7859"/>
                  <a:pt x="5532" y="7651"/>
                </a:cubicBezTo>
                <a:cubicBezTo>
                  <a:pt x="6006" y="7451"/>
                  <a:pt x="6432" y="7164"/>
                  <a:pt x="6798" y="6798"/>
                </a:cubicBezTo>
                <a:cubicBezTo>
                  <a:pt x="7164" y="6432"/>
                  <a:pt x="7451" y="6006"/>
                  <a:pt x="7651" y="5532"/>
                </a:cubicBezTo>
                <a:cubicBezTo>
                  <a:pt x="7859" y="5041"/>
                  <a:pt x="7964" y="4520"/>
                  <a:pt x="7964" y="3982"/>
                </a:cubicBezTo>
                <a:cubicBezTo>
                  <a:pt x="7964" y="3444"/>
                  <a:pt x="7859" y="2923"/>
                  <a:pt x="7651" y="2432"/>
                </a:cubicBezTo>
                <a:close/>
                <a:moveTo>
                  <a:pt x="5292" y="5141"/>
                </a:moveTo>
                <a:lnTo>
                  <a:pt x="5161" y="5289"/>
                </a:lnTo>
                <a:cubicBezTo>
                  <a:pt x="5109" y="5342"/>
                  <a:pt x="5013" y="5337"/>
                  <a:pt x="4960" y="5285"/>
                </a:cubicBezTo>
                <a:lnTo>
                  <a:pt x="4423" y="4739"/>
                </a:lnTo>
                <a:cubicBezTo>
                  <a:pt x="4419" y="4736"/>
                  <a:pt x="4417" y="4730"/>
                  <a:pt x="4414" y="4726"/>
                </a:cubicBezTo>
                <a:cubicBezTo>
                  <a:pt x="4232" y="4848"/>
                  <a:pt x="4014" y="4920"/>
                  <a:pt x="3779" y="4920"/>
                </a:cubicBezTo>
                <a:cubicBezTo>
                  <a:pt x="3148" y="4920"/>
                  <a:pt x="2637" y="4409"/>
                  <a:pt x="2637" y="3779"/>
                </a:cubicBezTo>
                <a:cubicBezTo>
                  <a:pt x="2637" y="3148"/>
                  <a:pt x="3148" y="2638"/>
                  <a:pt x="3779" y="2638"/>
                </a:cubicBezTo>
                <a:cubicBezTo>
                  <a:pt x="4409" y="2638"/>
                  <a:pt x="4920" y="3148"/>
                  <a:pt x="4920" y="3779"/>
                </a:cubicBezTo>
                <a:cubicBezTo>
                  <a:pt x="4920" y="4009"/>
                  <a:pt x="4851" y="4223"/>
                  <a:pt x="4734" y="4402"/>
                </a:cubicBezTo>
                <a:cubicBezTo>
                  <a:pt x="4736" y="4404"/>
                  <a:pt x="4738" y="4404"/>
                  <a:pt x="4740" y="4406"/>
                </a:cubicBezTo>
                <a:lnTo>
                  <a:pt x="5281" y="4947"/>
                </a:lnTo>
                <a:cubicBezTo>
                  <a:pt x="5334" y="5000"/>
                  <a:pt x="5345" y="5089"/>
                  <a:pt x="5292" y="514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012779" y="1114918"/>
            <a:ext cx="5910580" cy="544956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00B0F0"/>
                </a:solidFill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一、产品类型</a:t>
            </a:r>
            <a:endParaRPr lang="en-US" altLang="zh-CN" dirty="0">
              <a:solidFill>
                <a:srgbClr val="00B0F0"/>
              </a:solidFill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           </a:t>
            </a:r>
            <a:r>
              <a:rPr lang="zh-CN" altLang="en-US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我们公司专注于电机控制器的研发与制造，主要为主驱、辅驱以及多合一控制器的定制化产品供应，客户车厂涵盖了轻卡，重卡，叉车，公交车等多种车型。</a:t>
            </a:r>
            <a:endParaRPr lang="en-US" altLang="zh-CN" dirty="0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00B0F0"/>
                </a:solidFill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二、学习步骤</a:t>
            </a:r>
            <a:endParaRPr lang="en-US" altLang="zh-CN" dirty="0">
              <a:solidFill>
                <a:srgbClr val="00B0F0"/>
              </a:solidFill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zh-CN" altLang="en-US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主要学习的产品种类：</a:t>
            </a:r>
            <a:r>
              <a:rPr lang="en-US" altLang="zh-CN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VCU</a:t>
            </a:r>
            <a:r>
              <a:rPr lang="zh-CN" altLang="en-US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、主驱、辅驱、油泵、</a:t>
            </a:r>
            <a:r>
              <a:rPr lang="en-US" altLang="zh-CN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DCDC</a:t>
            </a:r>
            <a:r>
              <a:rPr lang="zh-CN" altLang="en-US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和</a:t>
            </a:r>
            <a:r>
              <a:rPr lang="en-US" altLang="zh-CN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PDU</a:t>
            </a:r>
            <a:r>
              <a:rPr lang="zh-CN" altLang="en-US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等控制器</a:t>
            </a:r>
            <a:r>
              <a:rPr lang="en-US" altLang="zh-CN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;</a:t>
            </a:r>
            <a:endParaRPr lang="en-US" altLang="zh-CN" dirty="0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zh-CN" altLang="en-US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熟悉</a:t>
            </a:r>
            <a:r>
              <a:rPr lang="en-US" altLang="zh-CN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VCU</a:t>
            </a:r>
            <a:r>
              <a:rPr lang="zh-CN" altLang="en-US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整车上下电控制策略以及整车高压线路拓扑</a:t>
            </a:r>
            <a:r>
              <a:rPr lang="en-US" altLang="zh-CN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;</a:t>
            </a:r>
            <a:endParaRPr lang="en-US" altLang="zh-CN" dirty="0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zh-CN" altLang="en-US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学习控制器后台上位机和程序烧录上位机的使用。</a:t>
            </a:r>
            <a:endParaRPr lang="en-US" altLang="zh-CN" dirty="0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00B0F0"/>
                </a:solidFill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三、学习成果</a:t>
            </a:r>
            <a:endParaRPr lang="en-US" altLang="zh-CN" dirty="0">
              <a:solidFill>
                <a:srgbClr val="00B0F0"/>
              </a:solidFill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          </a:t>
            </a:r>
            <a:r>
              <a:rPr lang="zh-CN" altLang="en-US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经过这段时间的学习，我对公司的产品也有了一定的了解，掌握了主要产品的烧录方式以及上位机的使用，这也让我对公司产品研发具备更加深入的了解。</a:t>
            </a:r>
            <a:endParaRPr lang="en-US" altLang="zh-CN" dirty="0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566" y="140834"/>
            <a:ext cx="2158091" cy="787173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斜纹 47"/>
          <p:cNvSpPr/>
          <p:nvPr>
            <p:custDataLst>
              <p:tags r:id="rId1"/>
            </p:custDataLst>
          </p:nvPr>
        </p:nvSpPr>
        <p:spPr>
          <a:xfrm flipH="1">
            <a:off x="4419377" y="1878239"/>
            <a:ext cx="3143364" cy="2967592"/>
          </a:xfrm>
          <a:custGeom>
            <a:avLst/>
            <a:gdLst/>
            <a:ahLst/>
            <a:cxnLst/>
            <a:rect l="l" t="t" r="r" b="b"/>
            <a:pathLst>
              <a:path w="1991521" h="2422004">
                <a:moveTo>
                  <a:pt x="999704" y="0"/>
                </a:moveTo>
                <a:lnTo>
                  <a:pt x="999416" y="3196"/>
                </a:lnTo>
                <a:cubicBezTo>
                  <a:pt x="941315" y="20326"/>
                  <a:pt x="892227" y="324615"/>
                  <a:pt x="871921" y="750311"/>
                </a:cubicBezTo>
                <a:cubicBezTo>
                  <a:pt x="546229" y="937452"/>
                  <a:pt x="-47874" y="1110302"/>
                  <a:pt x="3077" y="1317103"/>
                </a:cubicBezTo>
                <a:lnTo>
                  <a:pt x="861802" y="1175458"/>
                </a:lnTo>
                <a:cubicBezTo>
                  <a:pt x="861599" y="1181301"/>
                  <a:pt x="861594" y="1187155"/>
                  <a:pt x="861594" y="1193019"/>
                </a:cubicBezTo>
                <a:cubicBezTo>
                  <a:pt x="861594" y="1602301"/>
                  <a:pt x="886320" y="1963404"/>
                  <a:pt x="924247" y="2177679"/>
                </a:cubicBezTo>
                <a:lnTo>
                  <a:pt x="808510" y="2293416"/>
                </a:lnTo>
                <a:lnTo>
                  <a:pt x="808510" y="2422003"/>
                </a:lnTo>
                <a:lnTo>
                  <a:pt x="947135" y="2283379"/>
                </a:lnTo>
                <a:cubicBezTo>
                  <a:pt x="963187" y="2342747"/>
                  <a:pt x="980980" y="2377776"/>
                  <a:pt x="999703" y="2382963"/>
                </a:cubicBezTo>
                <a:cubicBezTo>
                  <a:pt x="999704" y="2383278"/>
                  <a:pt x="999704" y="2383593"/>
                  <a:pt x="999704" y="2383906"/>
                </a:cubicBezTo>
                <a:lnTo>
                  <a:pt x="999704" y="2383904"/>
                </a:lnTo>
                <a:lnTo>
                  <a:pt x="1000820" y="2383434"/>
                </a:lnTo>
                <a:lnTo>
                  <a:pt x="1004469" y="2384971"/>
                </a:lnTo>
                <a:lnTo>
                  <a:pt x="1004469" y="2384973"/>
                </a:lnTo>
                <a:cubicBezTo>
                  <a:pt x="1004469" y="2383956"/>
                  <a:pt x="1004469" y="2382930"/>
                  <a:pt x="1004474" y="2381895"/>
                </a:cubicBezTo>
                <a:cubicBezTo>
                  <a:pt x="1024062" y="2376464"/>
                  <a:pt x="1042631" y="2338373"/>
                  <a:pt x="1059337" y="2273945"/>
                </a:cubicBezTo>
                <a:lnTo>
                  <a:pt x="1207395" y="2422004"/>
                </a:lnTo>
                <a:lnTo>
                  <a:pt x="1207395" y="2293417"/>
                </a:lnTo>
                <a:lnTo>
                  <a:pt x="1081619" y="2167641"/>
                </a:lnTo>
                <a:cubicBezTo>
                  <a:pt x="1118534" y="1952318"/>
                  <a:pt x="1142579" y="1595562"/>
                  <a:pt x="1142579" y="1191952"/>
                </a:cubicBezTo>
                <a:lnTo>
                  <a:pt x="1142409" y="1177552"/>
                </a:lnTo>
                <a:lnTo>
                  <a:pt x="1988444" y="1317104"/>
                </a:lnTo>
                <a:cubicBezTo>
                  <a:pt x="2038725" y="1113022"/>
                  <a:pt x="1460799" y="942003"/>
                  <a:pt x="1132557" y="757724"/>
                </a:cubicBezTo>
                <a:cubicBezTo>
                  <a:pt x="1112573" y="327045"/>
                  <a:pt x="1063124" y="18585"/>
                  <a:pt x="1004558" y="2045"/>
                </a:cubicBezTo>
                <a:lnTo>
                  <a:pt x="1004469" y="1067"/>
                </a:lnTo>
                <a:cubicBezTo>
                  <a:pt x="1004087" y="1067"/>
                  <a:pt x="1003706" y="1080"/>
                  <a:pt x="1003353" y="1537"/>
                </a:cubicBezTo>
                <a:cubicBezTo>
                  <a:pt x="1002305" y="145"/>
                  <a:pt x="1001007" y="0"/>
                  <a:pt x="99970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defTabSz="1058545">
              <a:lnSpc>
                <a:spcPct val="120000"/>
              </a:lnSpc>
              <a:defRPr/>
            </a:pPr>
            <a:endParaRPr lang="zh-CN" altLang="en-US" sz="76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5" name="圆角矩形 7"/>
          <p:cNvSpPr/>
          <p:nvPr>
            <p:custDataLst>
              <p:tags r:id="rId2"/>
            </p:custDataLst>
          </p:nvPr>
        </p:nvSpPr>
        <p:spPr>
          <a:xfrm>
            <a:off x="602974" y="1567069"/>
            <a:ext cx="569062" cy="585321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058545">
              <a:lnSpc>
                <a:spcPct val="120000"/>
              </a:lnSpc>
              <a:defRPr/>
            </a:pPr>
            <a:r>
              <a:rPr lang="en-US" altLang="zh-CN" sz="1600" b="1" dirty="0">
                <a:solidFill>
                  <a:schemeClr val="tx1"/>
                </a:solidFill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01</a:t>
            </a:r>
            <a:endParaRPr lang="zh-CN" altLang="en-US" sz="1600" b="1" dirty="0">
              <a:solidFill>
                <a:schemeClr val="tx1"/>
              </a:solidFill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6" name="圆角矩形 20"/>
          <p:cNvSpPr/>
          <p:nvPr>
            <p:custDataLst>
              <p:tags r:id="rId3"/>
            </p:custDataLst>
          </p:nvPr>
        </p:nvSpPr>
        <p:spPr>
          <a:xfrm>
            <a:off x="10531654" y="1585578"/>
            <a:ext cx="569062" cy="585321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058545">
              <a:lnSpc>
                <a:spcPct val="120000"/>
              </a:lnSpc>
              <a:defRPr/>
            </a:pPr>
            <a:r>
              <a:rPr lang="en-US" altLang="zh-CN" sz="1600" b="1" dirty="0">
                <a:solidFill>
                  <a:schemeClr val="tx1"/>
                </a:solidFill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02</a:t>
            </a:r>
            <a:endParaRPr lang="zh-CN" altLang="en-US" sz="1600" b="1" dirty="0">
              <a:solidFill>
                <a:schemeClr val="tx1"/>
              </a:solidFill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7" name="圆角矩形 21"/>
          <p:cNvSpPr/>
          <p:nvPr>
            <p:custDataLst>
              <p:tags r:id="rId4"/>
            </p:custDataLst>
          </p:nvPr>
        </p:nvSpPr>
        <p:spPr>
          <a:xfrm>
            <a:off x="601725" y="4381233"/>
            <a:ext cx="569062" cy="585321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058545">
              <a:lnSpc>
                <a:spcPct val="120000"/>
              </a:lnSpc>
              <a:defRPr/>
            </a:pPr>
            <a:r>
              <a:rPr lang="en-US" altLang="zh-CN" sz="1600" b="1" dirty="0">
                <a:solidFill>
                  <a:schemeClr val="tx1"/>
                </a:solidFill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03</a:t>
            </a:r>
            <a:endParaRPr lang="zh-CN" altLang="en-US" sz="1600" b="1" dirty="0">
              <a:solidFill>
                <a:schemeClr val="tx1"/>
              </a:solidFill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8" name="圆角矩形 22"/>
          <p:cNvSpPr/>
          <p:nvPr>
            <p:custDataLst>
              <p:tags r:id="rId5"/>
            </p:custDataLst>
          </p:nvPr>
        </p:nvSpPr>
        <p:spPr>
          <a:xfrm>
            <a:off x="10454293" y="4260510"/>
            <a:ext cx="569062" cy="585321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058545">
              <a:lnSpc>
                <a:spcPct val="120000"/>
              </a:lnSpc>
              <a:defRPr/>
            </a:pPr>
            <a:r>
              <a:rPr lang="en-US" altLang="zh-CN" sz="1600" b="1" dirty="0">
                <a:solidFill>
                  <a:schemeClr val="tx1"/>
                </a:solidFill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04</a:t>
            </a:r>
            <a:endParaRPr lang="zh-CN" altLang="en-US" sz="1600" b="1" dirty="0">
              <a:solidFill>
                <a:schemeClr val="tx1"/>
              </a:solidFill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9" name="矩形 8"/>
          <p:cNvSpPr/>
          <p:nvPr>
            <p:custDataLst>
              <p:tags r:id="rId6"/>
            </p:custDataLst>
          </p:nvPr>
        </p:nvSpPr>
        <p:spPr>
          <a:xfrm>
            <a:off x="1445629" y="1212438"/>
            <a:ext cx="3908334" cy="171008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dirty="0">
                <a:latin typeface="Calibri" panose="020F0502020204030204" pitchFamily="34" charset="0"/>
                <a:cs typeface="+mn-ea"/>
              </a:rPr>
              <a:t>对于</a:t>
            </a:r>
            <a:r>
              <a:rPr lang="en-US" altLang="zh-CN" dirty="0">
                <a:latin typeface="Calibri" panose="020F0502020204030204" pitchFamily="34" charset="0"/>
                <a:cs typeface="+mn-ea"/>
              </a:rPr>
              <a:t>VCU</a:t>
            </a:r>
            <a:r>
              <a:rPr lang="zh-CN" altLang="en-US" dirty="0">
                <a:latin typeface="Calibri" panose="020F0502020204030204" pitchFamily="34" charset="0"/>
                <a:cs typeface="+mn-ea"/>
              </a:rPr>
              <a:t>整车控制器而言，其最关键最核心的部分便是</a:t>
            </a:r>
            <a:r>
              <a:rPr lang="en-US" altLang="zh-CN" dirty="0">
                <a:latin typeface="Calibri" panose="020F0502020204030204" pitchFamily="34" charset="0"/>
                <a:cs typeface="+mn-ea"/>
              </a:rPr>
              <a:t>CAN</a:t>
            </a:r>
            <a:r>
              <a:rPr lang="zh-CN" altLang="en-US" dirty="0">
                <a:latin typeface="Calibri" panose="020F0502020204030204" pitchFamily="34" charset="0"/>
                <a:cs typeface="+mn-ea"/>
              </a:rPr>
              <a:t>通信，需要确保数据高效，准确的在各个</a:t>
            </a:r>
            <a:r>
              <a:rPr lang="en-US" altLang="zh-CN" dirty="0">
                <a:latin typeface="Calibri" panose="020F0502020204030204" pitchFamily="34" charset="0"/>
                <a:cs typeface="+mn-ea"/>
              </a:rPr>
              <a:t>ECU</a:t>
            </a:r>
            <a:r>
              <a:rPr lang="zh-CN" altLang="en-US" dirty="0">
                <a:latin typeface="Calibri" panose="020F0502020204030204" pitchFamily="34" charset="0"/>
                <a:cs typeface="+mn-ea"/>
              </a:rPr>
              <a:t>之间传输。</a:t>
            </a:r>
            <a:endParaRPr lang="zh-CN" altLang="en-US" dirty="0">
              <a:latin typeface="Calibri" panose="020F0502020204030204" pitchFamily="34" charset="0"/>
              <a:cs typeface="+mn-ea"/>
            </a:endParaRPr>
          </a:p>
        </p:txBody>
      </p:sp>
      <p:sp>
        <p:nvSpPr>
          <p:cNvPr id="10" name="矩形 9"/>
          <p:cNvSpPr/>
          <p:nvPr>
            <p:custDataLst>
              <p:tags r:id="rId7"/>
            </p:custDataLst>
          </p:nvPr>
        </p:nvSpPr>
        <p:spPr>
          <a:xfrm>
            <a:off x="1356090" y="3735168"/>
            <a:ext cx="3750692" cy="299974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1.</a:t>
            </a:r>
            <a:r>
              <a:rPr lang="zh-CN" altLang="en-US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轮询</a:t>
            </a:r>
            <a:r>
              <a:rPr lang="zh-CN" altLang="en-US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收发逻辑，根据手册推荐高优先级为发送邮箱，</a:t>
            </a:r>
            <a:r>
              <a:rPr lang="zh-CN" altLang="en-US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低优先级为接收邮箱。邮箱分配数量根据实际应用调整；</a:t>
            </a:r>
            <a:endParaRPr lang="en-US" altLang="zh-CN" dirty="0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2.</a:t>
            </a:r>
            <a:r>
              <a:rPr lang="zh-CN" altLang="en-US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发送周期短的</a:t>
            </a:r>
            <a:r>
              <a:rPr lang="en-US" altLang="zh-CN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CAN</a:t>
            </a:r>
            <a:r>
              <a:rPr lang="zh-CN" altLang="en-US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帧需要使用低优先级的邮箱，避免一直抢占通信带宽。</a:t>
            </a:r>
            <a:endParaRPr lang="en-US" altLang="zh-CN" dirty="0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11" name="矩形 10"/>
          <p:cNvSpPr/>
          <p:nvPr>
            <p:custDataLst>
              <p:tags r:id="rId8"/>
            </p:custDataLst>
          </p:nvPr>
        </p:nvSpPr>
        <p:spPr>
          <a:xfrm>
            <a:off x="6628155" y="1212438"/>
            <a:ext cx="3799604" cy="171008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主要通过查阅芯片手册和开发指南学习</a:t>
            </a:r>
            <a:r>
              <a:rPr lang="en-US" altLang="zh-CN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CAN</a:t>
            </a:r>
            <a:r>
              <a:rPr lang="zh-CN" altLang="en-US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通信外设，配置</a:t>
            </a:r>
            <a:r>
              <a:rPr lang="en-US" altLang="zh-CN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CAN</a:t>
            </a:r>
            <a:r>
              <a:rPr lang="zh-CN" altLang="en-US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硬件驱动，通过单板测试以及</a:t>
            </a:r>
            <a:r>
              <a:rPr lang="en-US" altLang="zh-CN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ZCANPRO</a:t>
            </a:r>
            <a:r>
              <a:rPr lang="zh-CN" altLang="en-US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查看</a:t>
            </a:r>
            <a:r>
              <a:rPr lang="en-US" altLang="zh-CN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CAN</a:t>
            </a:r>
            <a:r>
              <a:rPr lang="zh-CN" altLang="en-US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通信的收发数据；</a:t>
            </a:r>
            <a:endParaRPr lang="en-US" altLang="zh-CN" dirty="0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12" name="矩形 11"/>
          <p:cNvSpPr/>
          <p:nvPr>
            <p:custDataLst>
              <p:tags r:id="rId9"/>
            </p:custDataLst>
          </p:nvPr>
        </p:nvSpPr>
        <p:spPr>
          <a:xfrm>
            <a:off x="6727015" y="4087467"/>
            <a:ext cx="3601883" cy="129458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通过测试验证，完成了</a:t>
            </a:r>
            <a:r>
              <a:rPr lang="en-US" altLang="zh-CN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F280049</a:t>
            </a:r>
            <a:r>
              <a:rPr lang="zh-CN" altLang="en-US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芯片的</a:t>
            </a:r>
            <a:r>
              <a:rPr lang="en-US" altLang="zh-CN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CAN</a:t>
            </a:r>
            <a:r>
              <a:rPr lang="zh-CN" altLang="en-US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通信程序编程，实现了</a:t>
            </a:r>
            <a:r>
              <a:rPr lang="en-US" altLang="zh-CN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CAN</a:t>
            </a:r>
            <a:r>
              <a:rPr lang="zh-CN" altLang="en-US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帧的接收与发送。</a:t>
            </a:r>
            <a:endParaRPr lang="en-US" altLang="zh-CN" dirty="0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13" name="TextBox 8"/>
          <p:cNvSpPr txBox="1"/>
          <p:nvPr/>
        </p:nvSpPr>
        <p:spPr>
          <a:xfrm>
            <a:off x="3399088" y="297029"/>
            <a:ext cx="4163653" cy="43088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CN" sz="2800" b="1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F280049 CAN</a:t>
            </a:r>
            <a:r>
              <a:rPr lang="zh-CN" altLang="en-US" sz="2800" b="1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外设编程学习</a:t>
            </a:r>
            <a:endParaRPr lang="zh-CN" altLang="en-US" sz="2800" b="1" dirty="0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14" name="iconfont-11790-5634312"/>
          <p:cNvSpPr>
            <a:spLocks noChangeAspect="1"/>
          </p:cNvSpPr>
          <p:nvPr/>
        </p:nvSpPr>
        <p:spPr bwMode="auto">
          <a:xfrm>
            <a:off x="2621911" y="211262"/>
            <a:ext cx="609525" cy="609685"/>
          </a:xfrm>
          <a:custGeom>
            <a:avLst/>
            <a:gdLst>
              <a:gd name="T0" fmla="*/ 3779 w 7964"/>
              <a:gd name="T1" fmla="*/ 2906 h 7964"/>
              <a:gd name="T2" fmla="*/ 2906 w 7964"/>
              <a:gd name="T3" fmla="*/ 3779 h 7964"/>
              <a:gd name="T4" fmla="*/ 3779 w 7964"/>
              <a:gd name="T5" fmla="*/ 4651 h 7964"/>
              <a:gd name="T6" fmla="*/ 4651 w 7964"/>
              <a:gd name="T7" fmla="*/ 3779 h 7964"/>
              <a:gd name="T8" fmla="*/ 3779 w 7964"/>
              <a:gd name="T9" fmla="*/ 2906 h 7964"/>
              <a:gd name="T10" fmla="*/ 4198 w 7964"/>
              <a:gd name="T11" fmla="*/ 3444 h 7964"/>
              <a:gd name="T12" fmla="*/ 3779 w 7964"/>
              <a:gd name="T13" fmla="*/ 3242 h 7964"/>
              <a:gd name="T14" fmla="*/ 3339 w 7964"/>
              <a:gd name="T15" fmla="*/ 3470 h 7964"/>
              <a:gd name="T16" fmla="*/ 3229 w 7964"/>
              <a:gd name="T17" fmla="*/ 3394 h 7964"/>
              <a:gd name="T18" fmla="*/ 3779 w 7964"/>
              <a:gd name="T19" fmla="*/ 3107 h 7964"/>
              <a:gd name="T20" fmla="*/ 4303 w 7964"/>
              <a:gd name="T21" fmla="*/ 3360 h 7964"/>
              <a:gd name="T22" fmla="*/ 4198 w 7964"/>
              <a:gd name="T23" fmla="*/ 3444 h 7964"/>
              <a:gd name="T24" fmla="*/ 7651 w 7964"/>
              <a:gd name="T25" fmla="*/ 2432 h 7964"/>
              <a:gd name="T26" fmla="*/ 6798 w 7964"/>
              <a:gd name="T27" fmla="*/ 1166 h 7964"/>
              <a:gd name="T28" fmla="*/ 5532 w 7964"/>
              <a:gd name="T29" fmla="*/ 313 h 7964"/>
              <a:gd name="T30" fmla="*/ 3982 w 7964"/>
              <a:gd name="T31" fmla="*/ 0 h 7964"/>
              <a:gd name="T32" fmla="*/ 2432 w 7964"/>
              <a:gd name="T33" fmla="*/ 313 h 7964"/>
              <a:gd name="T34" fmla="*/ 1166 w 7964"/>
              <a:gd name="T35" fmla="*/ 1166 h 7964"/>
              <a:gd name="T36" fmla="*/ 313 w 7964"/>
              <a:gd name="T37" fmla="*/ 2432 h 7964"/>
              <a:gd name="T38" fmla="*/ 0 w 7964"/>
              <a:gd name="T39" fmla="*/ 3982 h 7964"/>
              <a:gd name="T40" fmla="*/ 313 w 7964"/>
              <a:gd name="T41" fmla="*/ 5532 h 7964"/>
              <a:gd name="T42" fmla="*/ 1166 w 7964"/>
              <a:gd name="T43" fmla="*/ 6798 h 7964"/>
              <a:gd name="T44" fmla="*/ 2432 w 7964"/>
              <a:gd name="T45" fmla="*/ 7651 h 7964"/>
              <a:gd name="T46" fmla="*/ 3982 w 7964"/>
              <a:gd name="T47" fmla="*/ 7964 h 7964"/>
              <a:gd name="T48" fmla="*/ 5532 w 7964"/>
              <a:gd name="T49" fmla="*/ 7651 h 7964"/>
              <a:gd name="T50" fmla="*/ 6798 w 7964"/>
              <a:gd name="T51" fmla="*/ 6798 h 7964"/>
              <a:gd name="T52" fmla="*/ 7651 w 7964"/>
              <a:gd name="T53" fmla="*/ 5532 h 7964"/>
              <a:gd name="T54" fmla="*/ 7964 w 7964"/>
              <a:gd name="T55" fmla="*/ 3982 h 7964"/>
              <a:gd name="T56" fmla="*/ 7651 w 7964"/>
              <a:gd name="T57" fmla="*/ 2432 h 7964"/>
              <a:gd name="T58" fmla="*/ 5292 w 7964"/>
              <a:gd name="T59" fmla="*/ 5141 h 7964"/>
              <a:gd name="T60" fmla="*/ 5161 w 7964"/>
              <a:gd name="T61" fmla="*/ 5289 h 7964"/>
              <a:gd name="T62" fmla="*/ 4960 w 7964"/>
              <a:gd name="T63" fmla="*/ 5285 h 7964"/>
              <a:gd name="T64" fmla="*/ 4423 w 7964"/>
              <a:gd name="T65" fmla="*/ 4739 h 7964"/>
              <a:gd name="T66" fmla="*/ 4414 w 7964"/>
              <a:gd name="T67" fmla="*/ 4726 h 7964"/>
              <a:gd name="T68" fmla="*/ 3779 w 7964"/>
              <a:gd name="T69" fmla="*/ 4920 h 7964"/>
              <a:gd name="T70" fmla="*/ 2637 w 7964"/>
              <a:gd name="T71" fmla="*/ 3779 h 7964"/>
              <a:gd name="T72" fmla="*/ 3779 w 7964"/>
              <a:gd name="T73" fmla="*/ 2638 h 7964"/>
              <a:gd name="T74" fmla="*/ 4920 w 7964"/>
              <a:gd name="T75" fmla="*/ 3779 h 7964"/>
              <a:gd name="T76" fmla="*/ 4734 w 7964"/>
              <a:gd name="T77" fmla="*/ 4402 h 7964"/>
              <a:gd name="T78" fmla="*/ 4740 w 7964"/>
              <a:gd name="T79" fmla="*/ 4406 h 7964"/>
              <a:gd name="T80" fmla="*/ 5281 w 7964"/>
              <a:gd name="T81" fmla="*/ 4947 h 7964"/>
              <a:gd name="T82" fmla="*/ 5292 w 7964"/>
              <a:gd name="T83" fmla="*/ 5141 h 79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7964" h="7964">
                <a:moveTo>
                  <a:pt x="3779" y="2906"/>
                </a:moveTo>
                <a:cubicBezTo>
                  <a:pt x="3297" y="2906"/>
                  <a:pt x="2906" y="3297"/>
                  <a:pt x="2906" y="3779"/>
                </a:cubicBezTo>
                <a:cubicBezTo>
                  <a:pt x="2906" y="4260"/>
                  <a:pt x="3297" y="4651"/>
                  <a:pt x="3779" y="4651"/>
                </a:cubicBezTo>
                <a:cubicBezTo>
                  <a:pt x="4261" y="4651"/>
                  <a:pt x="4651" y="4260"/>
                  <a:pt x="4651" y="3779"/>
                </a:cubicBezTo>
                <a:cubicBezTo>
                  <a:pt x="4651" y="3297"/>
                  <a:pt x="4261" y="2906"/>
                  <a:pt x="3779" y="2906"/>
                </a:cubicBezTo>
                <a:close/>
                <a:moveTo>
                  <a:pt x="4198" y="3444"/>
                </a:moveTo>
                <a:cubicBezTo>
                  <a:pt x="4100" y="3321"/>
                  <a:pt x="3949" y="3242"/>
                  <a:pt x="3779" y="3242"/>
                </a:cubicBezTo>
                <a:cubicBezTo>
                  <a:pt x="3597" y="3242"/>
                  <a:pt x="3437" y="3332"/>
                  <a:pt x="3339" y="3470"/>
                </a:cubicBezTo>
                <a:lnTo>
                  <a:pt x="3229" y="3394"/>
                </a:lnTo>
                <a:cubicBezTo>
                  <a:pt x="3351" y="3221"/>
                  <a:pt x="3551" y="3107"/>
                  <a:pt x="3779" y="3107"/>
                </a:cubicBezTo>
                <a:cubicBezTo>
                  <a:pt x="3991" y="3107"/>
                  <a:pt x="4180" y="3206"/>
                  <a:pt x="4303" y="3360"/>
                </a:cubicBezTo>
                <a:lnTo>
                  <a:pt x="4198" y="3444"/>
                </a:lnTo>
                <a:close/>
                <a:moveTo>
                  <a:pt x="7651" y="2432"/>
                </a:moveTo>
                <a:cubicBezTo>
                  <a:pt x="7451" y="1958"/>
                  <a:pt x="7164" y="1532"/>
                  <a:pt x="6798" y="1166"/>
                </a:cubicBezTo>
                <a:cubicBezTo>
                  <a:pt x="6432" y="800"/>
                  <a:pt x="6006" y="513"/>
                  <a:pt x="5532" y="313"/>
                </a:cubicBezTo>
                <a:cubicBezTo>
                  <a:pt x="5041" y="105"/>
                  <a:pt x="4520" y="0"/>
                  <a:pt x="3982" y="0"/>
                </a:cubicBezTo>
                <a:cubicBezTo>
                  <a:pt x="3444" y="0"/>
                  <a:pt x="2923" y="105"/>
                  <a:pt x="2432" y="313"/>
                </a:cubicBezTo>
                <a:cubicBezTo>
                  <a:pt x="1958" y="513"/>
                  <a:pt x="1532" y="800"/>
                  <a:pt x="1166" y="1166"/>
                </a:cubicBezTo>
                <a:cubicBezTo>
                  <a:pt x="800" y="1532"/>
                  <a:pt x="513" y="1958"/>
                  <a:pt x="313" y="2432"/>
                </a:cubicBezTo>
                <a:cubicBezTo>
                  <a:pt x="105" y="2923"/>
                  <a:pt x="0" y="3444"/>
                  <a:pt x="0" y="3982"/>
                </a:cubicBezTo>
                <a:cubicBezTo>
                  <a:pt x="0" y="4520"/>
                  <a:pt x="105" y="5041"/>
                  <a:pt x="313" y="5532"/>
                </a:cubicBezTo>
                <a:cubicBezTo>
                  <a:pt x="513" y="6006"/>
                  <a:pt x="800" y="6432"/>
                  <a:pt x="1166" y="6798"/>
                </a:cubicBezTo>
                <a:cubicBezTo>
                  <a:pt x="1532" y="7164"/>
                  <a:pt x="1958" y="7451"/>
                  <a:pt x="2432" y="7651"/>
                </a:cubicBezTo>
                <a:cubicBezTo>
                  <a:pt x="2923" y="7859"/>
                  <a:pt x="3444" y="7964"/>
                  <a:pt x="3982" y="7964"/>
                </a:cubicBezTo>
                <a:cubicBezTo>
                  <a:pt x="4520" y="7964"/>
                  <a:pt x="5041" y="7859"/>
                  <a:pt x="5532" y="7651"/>
                </a:cubicBezTo>
                <a:cubicBezTo>
                  <a:pt x="6006" y="7451"/>
                  <a:pt x="6432" y="7164"/>
                  <a:pt x="6798" y="6798"/>
                </a:cubicBezTo>
                <a:cubicBezTo>
                  <a:pt x="7164" y="6432"/>
                  <a:pt x="7451" y="6006"/>
                  <a:pt x="7651" y="5532"/>
                </a:cubicBezTo>
                <a:cubicBezTo>
                  <a:pt x="7859" y="5041"/>
                  <a:pt x="7964" y="4520"/>
                  <a:pt x="7964" y="3982"/>
                </a:cubicBezTo>
                <a:cubicBezTo>
                  <a:pt x="7964" y="3444"/>
                  <a:pt x="7859" y="2923"/>
                  <a:pt x="7651" y="2432"/>
                </a:cubicBezTo>
                <a:close/>
                <a:moveTo>
                  <a:pt x="5292" y="5141"/>
                </a:moveTo>
                <a:lnTo>
                  <a:pt x="5161" y="5289"/>
                </a:lnTo>
                <a:cubicBezTo>
                  <a:pt x="5109" y="5342"/>
                  <a:pt x="5013" y="5337"/>
                  <a:pt x="4960" y="5285"/>
                </a:cubicBezTo>
                <a:lnTo>
                  <a:pt x="4423" y="4739"/>
                </a:lnTo>
                <a:cubicBezTo>
                  <a:pt x="4419" y="4736"/>
                  <a:pt x="4417" y="4730"/>
                  <a:pt x="4414" y="4726"/>
                </a:cubicBezTo>
                <a:cubicBezTo>
                  <a:pt x="4232" y="4848"/>
                  <a:pt x="4014" y="4920"/>
                  <a:pt x="3779" y="4920"/>
                </a:cubicBezTo>
                <a:cubicBezTo>
                  <a:pt x="3148" y="4920"/>
                  <a:pt x="2637" y="4409"/>
                  <a:pt x="2637" y="3779"/>
                </a:cubicBezTo>
                <a:cubicBezTo>
                  <a:pt x="2637" y="3148"/>
                  <a:pt x="3148" y="2638"/>
                  <a:pt x="3779" y="2638"/>
                </a:cubicBezTo>
                <a:cubicBezTo>
                  <a:pt x="4409" y="2638"/>
                  <a:pt x="4920" y="3148"/>
                  <a:pt x="4920" y="3779"/>
                </a:cubicBezTo>
                <a:cubicBezTo>
                  <a:pt x="4920" y="4009"/>
                  <a:pt x="4851" y="4223"/>
                  <a:pt x="4734" y="4402"/>
                </a:cubicBezTo>
                <a:cubicBezTo>
                  <a:pt x="4736" y="4404"/>
                  <a:pt x="4738" y="4404"/>
                  <a:pt x="4740" y="4406"/>
                </a:cubicBezTo>
                <a:lnTo>
                  <a:pt x="5281" y="4947"/>
                </a:lnTo>
                <a:cubicBezTo>
                  <a:pt x="5334" y="5000"/>
                  <a:pt x="5345" y="5089"/>
                  <a:pt x="5292" y="514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0566" y="140834"/>
            <a:ext cx="2158091" cy="787173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000"/>
                            </p:stCondLst>
                            <p:childTnLst>
                              <p:par>
                                <p:cTn id="4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5" grpId="0" bldLvl="0" animBg="1"/>
      <p:bldP spid="6" grpId="0" bldLvl="0" animBg="1"/>
      <p:bldP spid="7" grpId="0" bldLvl="0" animBg="1"/>
      <p:bldP spid="8" grpId="0" bldLvl="0" animBg="1"/>
      <p:bldP spid="9" grpId="0"/>
      <p:bldP spid="10" grpId="0"/>
      <p:bldP spid="11" grpId="0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2030" y="1562735"/>
            <a:ext cx="7028815" cy="455612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62000" y="940435"/>
            <a:ext cx="74879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根据动力系统远程控制协议，编写</a:t>
            </a:r>
            <a:r>
              <a:rPr lang="en-US" altLang="zh-CN"/>
              <a:t>CAN</a:t>
            </a:r>
            <a:r>
              <a:rPr lang="zh-CN" altLang="en-US"/>
              <a:t>通讯测试程序，协助</a:t>
            </a:r>
            <a:r>
              <a:rPr lang="zh-CN" altLang="en-US"/>
              <a:t>测试。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04845" y="299085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800" b="1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F280049 CAN</a:t>
            </a:r>
            <a:r>
              <a:rPr lang="zh-CN" altLang="en-US" sz="2800" b="1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外设编程学习</a:t>
            </a:r>
            <a:endParaRPr lang="zh-CN" altLang="en-US" sz="2800" b="1" dirty="0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14" name="iconfont-11790-5634312"/>
          <p:cNvSpPr>
            <a:spLocks noChangeAspect="1"/>
          </p:cNvSpPr>
          <p:nvPr/>
        </p:nvSpPr>
        <p:spPr bwMode="auto">
          <a:xfrm>
            <a:off x="2510151" y="211262"/>
            <a:ext cx="609525" cy="609685"/>
          </a:xfrm>
          <a:custGeom>
            <a:avLst/>
            <a:gdLst>
              <a:gd name="T0" fmla="*/ 3779 w 7964"/>
              <a:gd name="T1" fmla="*/ 2906 h 7964"/>
              <a:gd name="T2" fmla="*/ 2906 w 7964"/>
              <a:gd name="T3" fmla="*/ 3779 h 7964"/>
              <a:gd name="T4" fmla="*/ 3779 w 7964"/>
              <a:gd name="T5" fmla="*/ 4651 h 7964"/>
              <a:gd name="T6" fmla="*/ 4651 w 7964"/>
              <a:gd name="T7" fmla="*/ 3779 h 7964"/>
              <a:gd name="T8" fmla="*/ 3779 w 7964"/>
              <a:gd name="T9" fmla="*/ 2906 h 7964"/>
              <a:gd name="T10" fmla="*/ 4198 w 7964"/>
              <a:gd name="T11" fmla="*/ 3444 h 7964"/>
              <a:gd name="T12" fmla="*/ 3779 w 7964"/>
              <a:gd name="T13" fmla="*/ 3242 h 7964"/>
              <a:gd name="T14" fmla="*/ 3339 w 7964"/>
              <a:gd name="T15" fmla="*/ 3470 h 7964"/>
              <a:gd name="T16" fmla="*/ 3229 w 7964"/>
              <a:gd name="T17" fmla="*/ 3394 h 7964"/>
              <a:gd name="T18" fmla="*/ 3779 w 7964"/>
              <a:gd name="T19" fmla="*/ 3107 h 7964"/>
              <a:gd name="T20" fmla="*/ 4303 w 7964"/>
              <a:gd name="T21" fmla="*/ 3360 h 7964"/>
              <a:gd name="T22" fmla="*/ 4198 w 7964"/>
              <a:gd name="T23" fmla="*/ 3444 h 7964"/>
              <a:gd name="T24" fmla="*/ 7651 w 7964"/>
              <a:gd name="T25" fmla="*/ 2432 h 7964"/>
              <a:gd name="T26" fmla="*/ 6798 w 7964"/>
              <a:gd name="T27" fmla="*/ 1166 h 7964"/>
              <a:gd name="T28" fmla="*/ 5532 w 7964"/>
              <a:gd name="T29" fmla="*/ 313 h 7964"/>
              <a:gd name="T30" fmla="*/ 3982 w 7964"/>
              <a:gd name="T31" fmla="*/ 0 h 7964"/>
              <a:gd name="T32" fmla="*/ 2432 w 7964"/>
              <a:gd name="T33" fmla="*/ 313 h 7964"/>
              <a:gd name="T34" fmla="*/ 1166 w 7964"/>
              <a:gd name="T35" fmla="*/ 1166 h 7964"/>
              <a:gd name="T36" fmla="*/ 313 w 7964"/>
              <a:gd name="T37" fmla="*/ 2432 h 7964"/>
              <a:gd name="T38" fmla="*/ 0 w 7964"/>
              <a:gd name="T39" fmla="*/ 3982 h 7964"/>
              <a:gd name="T40" fmla="*/ 313 w 7964"/>
              <a:gd name="T41" fmla="*/ 5532 h 7964"/>
              <a:gd name="T42" fmla="*/ 1166 w 7964"/>
              <a:gd name="T43" fmla="*/ 6798 h 7964"/>
              <a:gd name="T44" fmla="*/ 2432 w 7964"/>
              <a:gd name="T45" fmla="*/ 7651 h 7964"/>
              <a:gd name="T46" fmla="*/ 3982 w 7964"/>
              <a:gd name="T47" fmla="*/ 7964 h 7964"/>
              <a:gd name="T48" fmla="*/ 5532 w 7964"/>
              <a:gd name="T49" fmla="*/ 7651 h 7964"/>
              <a:gd name="T50" fmla="*/ 6798 w 7964"/>
              <a:gd name="T51" fmla="*/ 6798 h 7964"/>
              <a:gd name="T52" fmla="*/ 7651 w 7964"/>
              <a:gd name="T53" fmla="*/ 5532 h 7964"/>
              <a:gd name="T54" fmla="*/ 7964 w 7964"/>
              <a:gd name="T55" fmla="*/ 3982 h 7964"/>
              <a:gd name="T56" fmla="*/ 7651 w 7964"/>
              <a:gd name="T57" fmla="*/ 2432 h 7964"/>
              <a:gd name="T58" fmla="*/ 5292 w 7964"/>
              <a:gd name="T59" fmla="*/ 5141 h 7964"/>
              <a:gd name="T60" fmla="*/ 5161 w 7964"/>
              <a:gd name="T61" fmla="*/ 5289 h 7964"/>
              <a:gd name="T62" fmla="*/ 4960 w 7964"/>
              <a:gd name="T63" fmla="*/ 5285 h 7964"/>
              <a:gd name="T64" fmla="*/ 4423 w 7964"/>
              <a:gd name="T65" fmla="*/ 4739 h 7964"/>
              <a:gd name="T66" fmla="*/ 4414 w 7964"/>
              <a:gd name="T67" fmla="*/ 4726 h 7964"/>
              <a:gd name="T68" fmla="*/ 3779 w 7964"/>
              <a:gd name="T69" fmla="*/ 4920 h 7964"/>
              <a:gd name="T70" fmla="*/ 2637 w 7964"/>
              <a:gd name="T71" fmla="*/ 3779 h 7964"/>
              <a:gd name="T72" fmla="*/ 3779 w 7964"/>
              <a:gd name="T73" fmla="*/ 2638 h 7964"/>
              <a:gd name="T74" fmla="*/ 4920 w 7964"/>
              <a:gd name="T75" fmla="*/ 3779 h 7964"/>
              <a:gd name="T76" fmla="*/ 4734 w 7964"/>
              <a:gd name="T77" fmla="*/ 4402 h 7964"/>
              <a:gd name="T78" fmla="*/ 4740 w 7964"/>
              <a:gd name="T79" fmla="*/ 4406 h 7964"/>
              <a:gd name="T80" fmla="*/ 5281 w 7964"/>
              <a:gd name="T81" fmla="*/ 4947 h 7964"/>
              <a:gd name="T82" fmla="*/ 5292 w 7964"/>
              <a:gd name="T83" fmla="*/ 5141 h 79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7964" h="7964">
                <a:moveTo>
                  <a:pt x="3779" y="2906"/>
                </a:moveTo>
                <a:cubicBezTo>
                  <a:pt x="3297" y="2906"/>
                  <a:pt x="2906" y="3297"/>
                  <a:pt x="2906" y="3779"/>
                </a:cubicBezTo>
                <a:cubicBezTo>
                  <a:pt x="2906" y="4260"/>
                  <a:pt x="3297" y="4651"/>
                  <a:pt x="3779" y="4651"/>
                </a:cubicBezTo>
                <a:cubicBezTo>
                  <a:pt x="4261" y="4651"/>
                  <a:pt x="4651" y="4260"/>
                  <a:pt x="4651" y="3779"/>
                </a:cubicBezTo>
                <a:cubicBezTo>
                  <a:pt x="4651" y="3297"/>
                  <a:pt x="4261" y="2906"/>
                  <a:pt x="3779" y="2906"/>
                </a:cubicBezTo>
                <a:close/>
                <a:moveTo>
                  <a:pt x="4198" y="3444"/>
                </a:moveTo>
                <a:cubicBezTo>
                  <a:pt x="4100" y="3321"/>
                  <a:pt x="3949" y="3242"/>
                  <a:pt x="3779" y="3242"/>
                </a:cubicBezTo>
                <a:cubicBezTo>
                  <a:pt x="3597" y="3242"/>
                  <a:pt x="3437" y="3332"/>
                  <a:pt x="3339" y="3470"/>
                </a:cubicBezTo>
                <a:lnTo>
                  <a:pt x="3229" y="3394"/>
                </a:lnTo>
                <a:cubicBezTo>
                  <a:pt x="3351" y="3221"/>
                  <a:pt x="3551" y="3107"/>
                  <a:pt x="3779" y="3107"/>
                </a:cubicBezTo>
                <a:cubicBezTo>
                  <a:pt x="3991" y="3107"/>
                  <a:pt x="4180" y="3206"/>
                  <a:pt x="4303" y="3360"/>
                </a:cubicBezTo>
                <a:lnTo>
                  <a:pt x="4198" y="3444"/>
                </a:lnTo>
                <a:close/>
                <a:moveTo>
                  <a:pt x="7651" y="2432"/>
                </a:moveTo>
                <a:cubicBezTo>
                  <a:pt x="7451" y="1958"/>
                  <a:pt x="7164" y="1532"/>
                  <a:pt x="6798" y="1166"/>
                </a:cubicBezTo>
                <a:cubicBezTo>
                  <a:pt x="6432" y="800"/>
                  <a:pt x="6006" y="513"/>
                  <a:pt x="5532" y="313"/>
                </a:cubicBezTo>
                <a:cubicBezTo>
                  <a:pt x="5041" y="105"/>
                  <a:pt x="4520" y="0"/>
                  <a:pt x="3982" y="0"/>
                </a:cubicBezTo>
                <a:cubicBezTo>
                  <a:pt x="3444" y="0"/>
                  <a:pt x="2923" y="105"/>
                  <a:pt x="2432" y="313"/>
                </a:cubicBezTo>
                <a:cubicBezTo>
                  <a:pt x="1958" y="513"/>
                  <a:pt x="1532" y="800"/>
                  <a:pt x="1166" y="1166"/>
                </a:cubicBezTo>
                <a:cubicBezTo>
                  <a:pt x="800" y="1532"/>
                  <a:pt x="513" y="1958"/>
                  <a:pt x="313" y="2432"/>
                </a:cubicBezTo>
                <a:cubicBezTo>
                  <a:pt x="105" y="2923"/>
                  <a:pt x="0" y="3444"/>
                  <a:pt x="0" y="3982"/>
                </a:cubicBezTo>
                <a:cubicBezTo>
                  <a:pt x="0" y="4520"/>
                  <a:pt x="105" y="5041"/>
                  <a:pt x="313" y="5532"/>
                </a:cubicBezTo>
                <a:cubicBezTo>
                  <a:pt x="513" y="6006"/>
                  <a:pt x="800" y="6432"/>
                  <a:pt x="1166" y="6798"/>
                </a:cubicBezTo>
                <a:cubicBezTo>
                  <a:pt x="1532" y="7164"/>
                  <a:pt x="1958" y="7451"/>
                  <a:pt x="2432" y="7651"/>
                </a:cubicBezTo>
                <a:cubicBezTo>
                  <a:pt x="2923" y="7859"/>
                  <a:pt x="3444" y="7964"/>
                  <a:pt x="3982" y="7964"/>
                </a:cubicBezTo>
                <a:cubicBezTo>
                  <a:pt x="4520" y="7964"/>
                  <a:pt x="5041" y="7859"/>
                  <a:pt x="5532" y="7651"/>
                </a:cubicBezTo>
                <a:cubicBezTo>
                  <a:pt x="6006" y="7451"/>
                  <a:pt x="6432" y="7164"/>
                  <a:pt x="6798" y="6798"/>
                </a:cubicBezTo>
                <a:cubicBezTo>
                  <a:pt x="7164" y="6432"/>
                  <a:pt x="7451" y="6006"/>
                  <a:pt x="7651" y="5532"/>
                </a:cubicBezTo>
                <a:cubicBezTo>
                  <a:pt x="7859" y="5041"/>
                  <a:pt x="7964" y="4520"/>
                  <a:pt x="7964" y="3982"/>
                </a:cubicBezTo>
                <a:cubicBezTo>
                  <a:pt x="7964" y="3444"/>
                  <a:pt x="7859" y="2923"/>
                  <a:pt x="7651" y="2432"/>
                </a:cubicBezTo>
                <a:close/>
                <a:moveTo>
                  <a:pt x="5292" y="5141"/>
                </a:moveTo>
                <a:lnTo>
                  <a:pt x="5161" y="5289"/>
                </a:lnTo>
                <a:cubicBezTo>
                  <a:pt x="5109" y="5342"/>
                  <a:pt x="5013" y="5337"/>
                  <a:pt x="4960" y="5285"/>
                </a:cubicBezTo>
                <a:lnTo>
                  <a:pt x="4423" y="4739"/>
                </a:lnTo>
                <a:cubicBezTo>
                  <a:pt x="4419" y="4736"/>
                  <a:pt x="4417" y="4730"/>
                  <a:pt x="4414" y="4726"/>
                </a:cubicBezTo>
                <a:cubicBezTo>
                  <a:pt x="4232" y="4848"/>
                  <a:pt x="4014" y="4920"/>
                  <a:pt x="3779" y="4920"/>
                </a:cubicBezTo>
                <a:cubicBezTo>
                  <a:pt x="3148" y="4920"/>
                  <a:pt x="2637" y="4409"/>
                  <a:pt x="2637" y="3779"/>
                </a:cubicBezTo>
                <a:cubicBezTo>
                  <a:pt x="2637" y="3148"/>
                  <a:pt x="3148" y="2638"/>
                  <a:pt x="3779" y="2638"/>
                </a:cubicBezTo>
                <a:cubicBezTo>
                  <a:pt x="4409" y="2638"/>
                  <a:pt x="4920" y="3148"/>
                  <a:pt x="4920" y="3779"/>
                </a:cubicBezTo>
                <a:cubicBezTo>
                  <a:pt x="4920" y="4009"/>
                  <a:pt x="4851" y="4223"/>
                  <a:pt x="4734" y="4402"/>
                </a:cubicBezTo>
                <a:cubicBezTo>
                  <a:pt x="4736" y="4404"/>
                  <a:pt x="4738" y="4404"/>
                  <a:pt x="4740" y="4406"/>
                </a:cubicBezTo>
                <a:lnTo>
                  <a:pt x="5281" y="4947"/>
                </a:lnTo>
                <a:cubicBezTo>
                  <a:pt x="5334" y="5000"/>
                  <a:pt x="5345" y="5089"/>
                  <a:pt x="5292" y="514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ïşľíḋè"/>
          <p:cNvSpPr/>
          <p:nvPr/>
        </p:nvSpPr>
        <p:spPr>
          <a:xfrm rot="13500000">
            <a:off x="8823464" y="1149122"/>
            <a:ext cx="2635784" cy="12368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491" h="19108" extrusionOk="0">
                <a:moveTo>
                  <a:pt x="18512" y="1943"/>
                </a:moveTo>
                <a:cubicBezTo>
                  <a:pt x="20713" y="5131"/>
                  <a:pt x="21144" y="11124"/>
                  <a:pt x="19474" y="15328"/>
                </a:cubicBezTo>
                <a:cubicBezTo>
                  <a:pt x="17805" y="19531"/>
                  <a:pt x="14667" y="20354"/>
                  <a:pt x="12466" y="17165"/>
                </a:cubicBezTo>
                <a:cubicBezTo>
                  <a:pt x="11840" y="16259"/>
                  <a:pt x="11357" y="15126"/>
                  <a:pt x="11030" y="13866"/>
                </a:cubicBezTo>
                <a:cubicBezTo>
                  <a:pt x="10444" y="13097"/>
                  <a:pt x="9649" y="12532"/>
                  <a:pt x="8753" y="12321"/>
                </a:cubicBezTo>
                <a:cubicBezTo>
                  <a:pt x="7629" y="12055"/>
                  <a:pt x="6588" y="12403"/>
                  <a:pt x="5875" y="13176"/>
                </a:cubicBezTo>
                <a:cubicBezTo>
                  <a:pt x="4657" y="15354"/>
                  <a:pt x="2759" y="15602"/>
                  <a:pt x="1384" y="13610"/>
                </a:cubicBezTo>
                <a:cubicBezTo>
                  <a:pt x="-155" y="11381"/>
                  <a:pt x="-456" y="7192"/>
                  <a:pt x="711" y="4254"/>
                </a:cubicBezTo>
                <a:cubicBezTo>
                  <a:pt x="1878" y="1316"/>
                  <a:pt x="4071" y="741"/>
                  <a:pt x="5610" y="2970"/>
                </a:cubicBezTo>
                <a:cubicBezTo>
                  <a:pt x="5936" y="3442"/>
                  <a:pt x="6207" y="4003"/>
                  <a:pt x="6416" y="4626"/>
                </a:cubicBezTo>
                <a:cubicBezTo>
                  <a:pt x="7070" y="5324"/>
                  <a:pt x="7959" y="5734"/>
                  <a:pt x="8935" y="5704"/>
                </a:cubicBezTo>
                <a:cubicBezTo>
                  <a:pt x="9783" y="5678"/>
                  <a:pt x="10561" y="5324"/>
                  <a:pt x="11171" y="4744"/>
                </a:cubicBezTo>
                <a:cubicBezTo>
                  <a:pt x="11268" y="4412"/>
                  <a:pt x="11380" y="4091"/>
                  <a:pt x="11503" y="3780"/>
                </a:cubicBezTo>
                <a:cubicBezTo>
                  <a:pt x="13173" y="-423"/>
                  <a:pt x="16311" y="-1246"/>
                  <a:pt x="18512" y="1943"/>
                </a:cubicBezTo>
                <a:close/>
              </a:path>
            </a:pathLst>
          </a:custGeom>
          <a:solidFill>
            <a:schemeClr val="accent3"/>
          </a:solidFill>
          <a:ln w="101600" cap="flat">
            <a:solidFill>
              <a:srgbClr val="FCFCFC"/>
            </a:solidFill>
            <a:prstDash val="solid"/>
            <a:miter lim="400000"/>
          </a:ln>
          <a:effectLst/>
        </p:spPr>
        <p:txBody>
          <a:bodyPr wrap="square" lIns="91440" tIns="45720" rIns="91440" bIns="45720" numCol="1" anchor="ctr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3200">
                <a:solidFill>
                  <a:srgbClr val="FFFFFF"/>
                </a:solidFill>
              </a:defRPr>
            </a:pPr>
            <a:endParaRPr dirty="0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13" name="ïṩľiḍe"/>
          <p:cNvSpPr/>
          <p:nvPr/>
        </p:nvSpPr>
        <p:spPr>
          <a:xfrm rot="8015964">
            <a:off x="8266538" y="2375729"/>
            <a:ext cx="3247249" cy="152407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491" h="19108" extrusionOk="0">
                <a:moveTo>
                  <a:pt x="18512" y="1943"/>
                </a:moveTo>
                <a:cubicBezTo>
                  <a:pt x="20713" y="5131"/>
                  <a:pt x="21144" y="11124"/>
                  <a:pt x="19474" y="15328"/>
                </a:cubicBezTo>
                <a:cubicBezTo>
                  <a:pt x="17805" y="19531"/>
                  <a:pt x="14667" y="20354"/>
                  <a:pt x="12466" y="17165"/>
                </a:cubicBezTo>
                <a:cubicBezTo>
                  <a:pt x="11840" y="16259"/>
                  <a:pt x="11357" y="15126"/>
                  <a:pt x="11030" y="13866"/>
                </a:cubicBezTo>
                <a:cubicBezTo>
                  <a:pt x="10444" y="13097"/>
                  <a:pt x="9649" y="12532"/>
                  <a:pt x="8753" y="12321"/>
                </a:cubicBezTo>
                <a:cubicBezTo>
                  <a:pt x="7629" y="12055"/>
                  <a:pt x="6588" y="12403"/>
                  <a:pt x="5875" y="13176"/>
                </a:cubicBezTo>
                <a:cubicBezTo>
                  <a:pt x="4657" y="15354"/>
                  <a:pt x="2759" y="15602"/>
                  <a:pt x="1384" y="13610"/>
                </a:cubicBezTo>
                <a:cubicBezTo>
                  <a:pt x="-155" y="11381"/>
                  <a:pt x="-456" y="7192"/>
                  <a:pt x="711" y="4254"/>
                </a:cubicBezTo>
                <a:cubicBezTo>
                  <a:pt x="1878" y="1316"/>
                  <a:pt x="4071" y="741"/>
                  <a:pt x="5610" y="2970"/>
                </a:cubicBezTo>
                <a:cubicBezTo>
                  <a:pt x="5936" y="3442"/>
                  <a:pt x="6207" y="4003"/>
                  <a:pt x="6416" y="4626"/>
                </a:cubicBezTo>
                <a:cubicBezTo>
                  <a:pt x="7070" y="5324"/>
                  <a:pt x="7959" y="5734"/>
                  <a:pt x="8935" y="5704"/>
                </a:cubicBezTo>
                <a:cubicBezTo>
                  <a:pt x="9783" y="5678"/>
                  <a:pt x="10561" y="5324"/>
                  <a:pt x="11171" y="4744"/>
                </a:cubicBezTo>
                <a:cubicBezTo>
                  <a:pt x="11268" y="4412"/>
                  <a:pt x="11380" y="4091"/>
                  <a:pt x="11503" y="3780"/>
                </a:cubicBezTo>
                <a:cubicBezTo>
                  <a:pt x="13173" y="-423"/>
                  <a:pt x="16311" y="-1246"/>
                  <a:pt x="18512" y="1943"/>
                </a:cubicBezTo>
                <a:close/>
              </a:path>
            </a:pathLst>
          </a:custGeom>
          <a:solidFill>
            <a:schemeClr val="accent4"/>
          </a:solidFill>
          <a:ln w="101600" cap="flat">
            <a:solidFill>
              <a:srgbClr val="FCFCFC"/>
            </a:solidFill>
            <a:prstDash val="solid"/>
            <a:miter lim="400000"/>
          </a:ln>
          <a:effectLst/>
        </p:spPr>
        <p:txBody>
          <a:bodyPr wrap="square" lIns="91440" tIns="45720" rIns="91440" bIns="45720" numCol="1" anchor="ctr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3200">
                <a:solidFill>
                  <a:srgbClr val="FFFFFF"/>
                </a:solidFill>
              </a:defRPr>
            </a:pPr>
            <a:endParaRPr dirty="0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14" name="iṧ1íďê"/>
          <p:cNvSpPr/>
          <p:nvPr/>
        </p:nvSpPr>
        <p:spPr>
          <a:xfrm rot="14294410">
            <a:off x="7935987" y="3656005"/>
            <a:ext cx="3772457" cy="17705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491" h="19108" extrusionOk="0">
                <a:moveTo>
                  <a:pt x="18512" y="1943"/>
                </a:moveTo>
                <a:cubicBezTo>
                  <a:pt x="20713" y="5131"/>
                  <a:pt x="21144" y="11124"/>
                  <a:pt x="19474" y="15328"/>
                </a:cubicBezTo>
                <a:cubicBezTo>
                  <a:pt x="17805" y="19531"/>
                  <a:pt x="14667" y="20354"/>
                  <a:pt x="12466" y="17165"/>
                </a:cubicBezTo>
                <a:cubicBezTo>
                  <a:pt x="11840" y="16259"/>
                  <a:pt x="11357" y="15126"/>
                  <a:pt x="11030" y="13866"/>
                </a:cubicBezTo>
                <a:cubicBezTo>
                  <a:pt x="10444" y="13097"/>
                  <a:pt x="9649" y="12532"/>
                  <a:pt x="8753" y="12321"/>
                </a:cubicBezTo>
                <a:cubicBezTo>
                  <a:pt x="7629" y="12055"/>
                  <a:pt x="6588" y="12403"/>
                  <a:pt x="5875" y="13176"/>
                </a:cubicBezTo>
                <a:cubicBezTo>
                  <a:pt x="4657" y="15354"/>
                  <a:pt x="2759" y="15602"/>
                  <a:pt x="1384" y="13610"/>
                </a:cubicBezTo>
                <a:cubicBezTo>
                  <a:pt x="-155" y="11381"/>
                  <a:pt x="-456" y="7192"/>
                  <a:pt x="711" y="4254"/>
                </a:cubicBezTo>
                <a:cubicBezTo>
                  <a:pt x="1878" y="1316"/>
                  <a:pt x="4071" y="741"/>
                  <a:pt x="5610" y="2970"/>
                </a:cubicBezTo>
                <a:cubicBezTo>
                  <a:pt x="5936" y="3442"/>
                  <a:pt x="6207" y="4003"/>
                  <a:pt x="6416" y="4626"/>
                </a:cubicBezTo>
                <a:cubicBezTo>
                  <a:pt x="7070" y="5324"/>
                  <a:pt x="7959" y="5734"/>
                  <a:pt x="8935" y="5704"/>
                </a:cubicBezTo>
                <a:cubicBezTo>
                  <a:pt x="9783" y="5678"/>
                  <a:pt x="10561" y="5324"/>
                  <a:pt x="11171" y="4744"/>
                </a:cubicBezTo>
                <a:cubicBezTo>
                  <a:pt x="11268" y="4412"/>
                  <a:pt x="11380" y="4091"/>
                  <a:pt x="11503" y="3780"/>
                </a:cubicBezTo>
                <a:cubicBezTo>
                  <a:pt x="13173" y="-423"/>
                  <a:pt x="16311" y="-1246"/>
                  <a:pt x="18512" y="1943"/>
                </a:cubicBezTo>
                <a:close/>
              </a:path>
            </a:pathLst>
          </a:custGeom>
          <a:solidFill>
            <a:schemeClr val="accent1"/>
          </a:solidFill>
          <a:ln w="101600" cap="flat">
            <a:solidFill>
              <a:srgbClr val="FCFCFC"/>
            </a:solidFill>
            <a:prstDash val="solid"/>
            <a:miter lim="400000"/>
          </a:ln>
          <a:effectLst/>
        </p:spPr>
        <p:txBody>
          <a:bodyPr wrap="square" lIns="91440" tIns="45720" rIns="91440" bIns="45720" numCol="1" anchor="ctr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3200">
                <a:solidFill>
                  <a:srgbClr val="FFFFFF"/>
                </a:solidFill>
              </a:defRPr>
            </a:pPr>
            <a:endParaRPr dirty="0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15" name="ïṧ1îde"/>
          <p:cNvSpPr/>
          <p:nvPr/>
        </p:nvSpPr>
        <p:spPr>
          <a:xfrm>
            <a:off x="10039233" y="5406579"/>
            <a:ext cx="639041" cy="613375"/>
          </a:xfrm>
          <a:custGeom>
            <a:avLst/>
            <a:gdLst>
              <a:gd name="connsiteX0" fmla="*/ 355425 w 607614"/>
              <a:gd name="connsiteY0" fmla="*/ 530180 h 606761"/>
              <a:gd name="connsiteX1" fmla="*/ 342509 w 607614"/>
              <a:gd name="connsiteY1" fmla="*/ 574916 h 606761"/>
              <a:gd name="connsiteX2" fmla="*/ 388096 w 607614"/>
              <a:gd name="connsiteY2" fmla="*/ 562784 h 606761"/>
              <a:gd name="connsiteX3" fmla="*/ 467874 w 607614"/>
              <a:gd name="connsiteY3" fmla="*/ 407347 h 606761"/>
              <a:gd name="connsiteX4" fmla="*/ 364543 w 607614"/>
              <a:gd name="connsiteY4" fmla="*/ 511224 h 606761"/>
              <a:gd name="connsiteX5" fmla="*/ 407091 w 607614"/>
              <a:gd name="connsiteY5" fmla="*/ 553685 h 606761"/>
              <a:gd name="connsiteX6" fmla="*/ 511181 w 607614"/>
              <a:gd name="connsiteY6" fmla="*/ 450566 h 606761"/>
              <a:gd name="connsiteX7" fmla="*/ 511181 w 607614"/>
              <a:gd name="connsiteY7" fmla="*/ 364128 h 606761"/>
              <a:gd name="connsiteX8" fmla="*/ 482310 w 607614"/>
              <a:gd name="connsiteY8" fmla="*/ 392941 h 606761"/>
              <a:gd name="connsiteX9" fmla="*/ 525617 w 607614"/>
              <a:gd name="connsiteY9" fmla="*/ 436160 h 606761"/>
              <a:gd name="connsiteX10" fmla="*/ 553730 w 607614"/>
              <a:gd name="connsiteY10" fmla="*/ 407347 h 606761"/>
              <a:gd name="connsiteX11" fmla="*/ 553730 w 607614"/>
              <a:gd name="connsiteY11" fmla="*/ 392941 h 606761"/>
              <a:gd name="connsiteX12" fmla="*/ 524858 w 607614"/>
              <a:gd name="connsiteY12" fmla="*/ 364128 h 606761"/>
              <a:gd name="connsiteX13" fmla="*/ 511181 w 607614"/>
              <a:gd name="connsiteY13" fmla="*/ 364128 h 606761"/>
              <a:gd name="connsiteX14" fmla="*/ 518020 w 607614"/>
              <a:gd name="connsiteY14" fmla="*/ 341192 h 606761"/>
              <a:gd name="connsiteX15" fmla="*/ 539294 w 607614"/>
              <a:gd name="connsiteY15" fmla="*/ 349722 h 606761"/>
              <a:gd name="connsiteX16" fmla="*/ 568165 w 607614"/>
              <a:gd name="connsiteY16" fmla="*/ 378534 h 606761"/>
              <a:gd name="connsiteX17" fmla="*/ 568165 w 607614"/>
              <a:gd name="connsiteY17" fmla="*/ 421753 h 606761"/>
              <a:gd name="connsiteX18" fmla="*/ 412409 w 607614"/>
              <a:gd name="connsiteY18" fmla="*/ 577190 h 606761"/>
              <a:gd name="connsiteX19" fmla="*/ 333391 w 607614"/>
              <a:gd name="connsiteY19" fmla="*/ 598421 h 606761"/>
              <a:gd name="connsiteX20" fmla="*/ 328073 w 607614"/>
              <a:gd name="connsiteY20" fmla="*/ 603728 h 606761"/>
              <a:gd name="connsiteX21" fmla="*/ 321235 w 607614"/>
              <a:gd name="connsiteY21" fmla="*/ 606761 h 606761"/>
              <a:gd name="connsiteX22" fmla="*/ 314397 w 607614"/>
              <a:gd name="connsiteY22" fmla="*/ 603728 h 606761"/>
              <a:gd name="connsiteX23" fmla="*/ 314397 w 607614"/>
              <a:gd name="connsiteY23" fmla="*/ 589322 h 606761"/>
              <a:gd name="connsiteX24" fmla="*/ 319715 w 607614"/>
              <a:gd name="connsiteY24" fmla="*/ 584014 h 606761"/>
              <a:gd name="connsiteX25" fmla="*/ 340989 w 607614"/>
              <a:gd name="connsiteY25" fmla="*/ 505917 h 606761"/>
              <a:gd name="connsiteX26" fmla="*/ 496746 w 607614"/>
              <a:gd name="connsiteY26" fmla="*/ 349722 h 606761"/>
              <a:gd name="connsiteX27" fmla="*/ 518020 w 607614"/>
              <a:gd name="connsiteY27" fmla="*/ 341192 h 606761"/>
              <a:gd name="connsiteX28" fmla="*/ 208113 w 607614"/>
              <a:gd name="connsiteY28" fmla="*/ 194199 h 606761"/>
              <a:gd name="connsiteX29" fmla="*/ 339462 w 607614"/>
              <a:gd name="connsiteY29" fmla="*/ 288979 h 606761"/>
              <a:gd name="connsiteX30" fmla="*/ 354647 w 607614"/>
              <a:gd name="connsiteY30" fmla="*/ 314759 h 606761"/>
              <a:gd name="connsiteX31" fmla="*/ 344017 w 607614"/>
              <a:gd name="connsiteY31" fmla="*/ 343572 h 606761"/>
              <a:gd name="connsiteX32" fmla="*/ 318203 w 607614"/>
              <a:gd name="connsiteY32" fmla="*/ 354187 h 606761"/>
              <a:gd name="connsiteX33" fmla="*/ 289352 w 607614"/>
              <a:gd name="connsiteY33" fmla="*/ 339022 h 606761"/>
              <a:gd name="connsiteX34" fmla="*/ 194447 w 607614"/>
              <a:gd name="connsiteY34" fmla="*/ 207847 h 606761"/>
              <a:gd name="connsiteX35" fmla="*/ 195206 w 607614"/>
              <a:gd name="connsiteY35" fmla="*/ 194957 h 606761"/>
              <a:gd name="connsiteX36" fmla="*/ 208113 w 607614"/>
              <a:gd name="connsiteY36" fmla="*/ 194199 h 606761"/>
              <a:gd name="connsiteX37" fmla="*/ 88850 w 607614"/>
              <a:gd name="connsiteY37" fmla="*/ 89473 h 606761"/>
              <a:gd name="connsiteX38" fmla="*/ 103279 w 607614"/>
              <a:gd name="connsiteY38" fmla="*/ 89473 h 606761"/>
              <a:gd name="connsiteX39" fmla="*/ 103279 w 607614"/>
              <a:gd name="connsiteY39" fmla="*/ 103127 h 606761"/>
              <a:gd name="connsiteX40" fmla="*/ 20504 w 607614"/>
              <a:gd name="connsiteY40" fmla="*/ 303378 h 606761"/>
              <a:gd name="connsiteX41" fmla="*/ 287054 w 607614"/>
              <a:gd name="connsiteY41" fmla="*/ 586309 h 606761"/>
              <a:gd name="connsiteX42" fmla="*/ 281738 w 607614"/>
              <a:gd name="connsiteY42" fmla="*/ 606030 h 606761"/>
              <a:gd name="connsiteX43" fmla="*/ 0 w 607614"/>
              <a:gd name="connsiteY43" fmla="*/ 303378 h 606761"/>
              <a:gd name="connsiteX44" fmla="*/ 88850 w 607614"/>
              <a:gd name="connsiteY44" fmla="*/ 89473 h 606761"/>
              <a:gd name="connsiteX45" fmla="*/ 303871 w 607614"/>
              <a:gd name="connsiteY45" fmla="*/ 0 h 606761"/>
              <a:gd name="connsiteX46" fmla="*/ 607614 w 607614"/>
              <a:gd name="connsiteY46" fmla="*/ 303389 h 606761"/>
              <a:gd name="connsiteX47" fmla="*/ 604577 w 607614"/>
              <a:gd name="connsiteY47" fmla="*/ 343588 h 606761"/>
              <a:gd name="connsiteX48" fmla="*/ 584074 w 607614"/>
              <a:gd name="connsiteY48" fmla="*/ 343588 h 606761"/>
              <a:gd name="connsiteX49" fmla="*/ 587111 w 607614"/>
              <a:gd name="connsiteY49" fmla="*/ 303389 h 606761"/>
              <a:gd name="connsiteX50" fmla="*/ 313742 w 607614"/>
              <a:gd name="connsiteY50" fmla="*/ 20479 h 606761"/>
              <a:gd name="connsiteX51" fmla="*/ 313742 w 607614"/>
              <a:gd name="connsiteY51" fmla="*/ 144868 h 606761"/>
              <a:gd name="connsiteX52" fmla="*/ 303871 w 607614"/>
              <a:gd name="connsiteY52" fmla="*/ 154729 h 606761"/>
              <a:gd name="connsiteX53" fmla="*/ 293999 w 607614"/>
              <a:gd name="connsiteY53" fmla="*/ 144868 h 606761"/>
              <a:gd name="connsiteX54" fmla="*/ 293999 w 607614"/>
              <a:gd name="connsiteY54" fmla="*/ 9860 h 606761"/>
              <a:gd name="connsiteX55" fmla="*/ 303871 w 607614"/>
              <a:gd name="connsiteY55" fmla="*/ 0 h 6067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607614" h="606761">
                <a:moveTo>
                  <a:pt x="355425" y="530180"/>
                </a:moveTo>
                <a:lnTo>
                  <a:pt x="342509" y="574916"/>
                </a:lnTo>
                <a:lnTo>
                  <a:pt x="388096" y="562784"/>
                </a:lnTo>
                <a:close/>
                <a:moveTo>
                  <a:pt x="467874" y="407347"/>
                </a:moveTo>
                <a:lnTo>
                  <a:pt x="364543" y="511224"/>
                </a:lnTo>
                <a:lnTo>
                  <a:pt x="407091" y="553685"/>
                </a:lnTo>
                <a:lnTo>
                  <a:pt x="511181" y="450566"/>
                </a:lnTo>
                <a:close/>
                <a:moveTo>
                  <a:pt x="511181" y="364128"/>
                </a:moveTo>
                <a:lnTo>
                  <a:pt x="482310" y="392941"/>
                </a:lnTo>
                <a:lnTo>
                  <a:pt x="525617" y="436160"/>
                </a:lnTo>
                <a:lnTo>
                  <a:pt x="553730" y="407347"/>
                </a:lnTo>
                <a:cubicBezTo>
                  <a:pt x="558288" y="403556"/>
                  <a:pt x="558288" y="396732"/>
                  <a:pt x="553730" y="392941"/>
                </a:cubicBezTo>
                <a:lnTo>
                  <a:pt x="524858" y="364128"/>
                </a:lnTo>
                <a:cubicBezTo>
                  <a:pt x="521818" y="360337"/>
                  <a:pt x="514980" y="360337"/>
                  <a:pt x="511181" y="364128"/>
                </a:cubicBezTo>
                <a:close/>
                <a:moveTo>
                  <a:pt x="518020" y="341192"/>
                </a:moveTo>
                <a:cubicBezTo>
                  <a:pt x="525807" y="341192"/>
                  <a:pt x="533595" y="344035"/>
                  <a:pt x="539294" y="349722"/>
                </a:cubicBezTo>
                <a:lnTo>
                  <a:pt x="568165" y="378534"/>
                </a:lnTo>
                <a:cubicBezTo>
                  <a:pt x="580322" y="390666"/>
                  <a:pt x="580322" y="409622"/>
                  <a:pt x="568165" y="421753"/>
                </a:cubicBezTo>
                <a:lnTo>
                  <a:pt x="412409" y="577190"/>
                </a:lnTo>
                <a:lnTo>
                  <a:pt x="333391" y="598421"/>
                </a:lnTo>
                <a:lnTo>
                  <a:pt x="328073" y="603728"/>
                </a:lnTo>
                <a:cubicBezTo>
                  <a:pt x="326553" y="606003"/>
                  <a:pt x="323514" y="606761"/>
                  <a:pt x="321235" y="606761"/>
                </a:cubicBezTo>
                <a:cubicBezTo>
                  <a:pt x="318955" y="606761"/>
                  <a:pt x="315916" y="606003"/>
                  <a:pt x="314397" y="603728"/>
                </a:cubicBezTo>
                <a:cubicBezTo>
                  <a:pt x="309838" y="599937"/>
                  <a:pt x="309838" y="593113"/>
                  <a:pt x="314397" y="589322"/>
                </a:cubicBezTo>
                <a:lnTo>
                  <a:pt x="319715" y="584014"/>
                </a:lnTo>
                <a:lnTo>
                  <a:pt x="340989" y="505917"/>
                </a:lnTo>
                <a:lnTo>
                  <a:pt x="496746" y="349722"/>
                </a:lnTo>
                <a:cubicBezTo>
                  <a:pt x="502444" y="344035"/>
                  <a:pt x="510232" y="341192"/>
                  <a:pt x="518020" y="341192"/>
                </a:cubicBezTo>
                <a:close/>
                <a:moveTo>
                  <a:pt x="208113" y="194199"/>
                </a:moveTo>
                <a:lnTo>
                  <a:pt x="339462" y="288979"/>
                </a:lnTo>
                <a:cubicBezTo>
                  <a:pt x="347814" y="295045"/>
                  <a:pt x="353128" y="304902"/>
                  <a:pt x="354647" y="314759"/>
                </a:cubicBezTo>
                <a:cubicBezTo>
                  <a:pt x="355406" y="325374"/>
                  <a:pt x="351610" y="335990"/>
                  <a:pt x="344017" y="343572"/>
                </a:cubicBezTo>
                <a:cubicBezTo>
                  <a:pt x="337184" y="350396"/>
                  <a:pt x="328073" y="354187"/>
                  <a:pt x="318203" y="354187"/>
                </a:cubicBezTo>
                <a:cubicBezTo>
                  <a:pt x="306815" y="354187"/>
                  <a:pt x="296185" y="348121"/>
                  <a:pt x="289352" y="339022"/>
                </a:cubicBezTo>
                <a:lnTo>
                  <a:pt x="194447" y="207847"/>
                </a:lnTo>
                <a:cubicBezTo>
                  <a:pt x="191410" y="204056"/>
                  <a:pt x="192169" y="198749"/>
                  <a:pt x="195206" y="194957"/>
                </a:cubicBezTo>
                <a:cubicBezTo>
                  <a:pt x="199002" y="191924"/>
                  <a:pt x="204317" y="191166"/>
                  <a:pt x="208113" y="194199"/>
                </a:cubicBezTo>
                <a:close/>
                <a:moveTo>
                  <a:pt x="88850" y="89473"/>
                </a:moveTo>
                <a:cubicBezTo>
                  <a:pt x="92647" y="84922"/>
                  <a:pt x="98722" y="84922"/>
                  <a:pt x="103279" y="89473"/>
                </a:cubicBezTo>
                <a:cubicBezTo>
                  <a:pt x="107076" y="93266"/>
                  <a:pt x="107076" y="99334"/>
                  <a:pt x="103279" y="103127"/>
                </a:cubicBezTo>
                <a:cubicBezTo>
                  <a:pt x="49361" y="156982"/>
                  <a:pt x="20504" y="228284"/>
                  <a:pt x="20504" y="303378"/>
                </a:cubicBezTo>
                <a:cubicBezTo>
                  <a:pt x="20504" y="454325"/>
                  <a:pt x="138971" y="577206"/>
                  <a:pt x="287054" y="586309"/>
                </a:cubicBezTo>
                <a:lnTo>
                  <a:pt x="281738" y="606030"/>
                </a:lnTo>
                <a:cubicBezTo>
                  <a:pt x="124542" y="594652"/>
                  <a:pt x="0" y="463427"/>
                  <a:pt x="0" y="303378"/>
                </a:cubicBezTo>
                <a:cubicBezTo>
                  <a:pt x="0" y="222216"/>
                  <a:pt x="31136" y="146363"/>
                  <a:pt x="88850" y="89473"/>
                </a:cubicBezTo>
                <a:close/>
                <a:moveTo>
                  <a:pt x="303871" y="0"/>
                </a:moveTo>
                <a:cubicBezTo>
                  <a:pt x="471689" y="0"/>
                  <a:pt x="607614" y="135767"/>
                  <a:pt x="607614" y="303389"/>
                </a:cubicBezTo>
                <a:cubicBezTo>
                  <a:pt x="607614" y="317042"/>
                  <a:pt x="606855" y="330694"/>
                  <a:pt x="604577" y="343588"/>
                </a:cubicBezTo>
                <a:lnTo>
                  <a:pt x="584074" y="343588"/>
                </a:lnTo>
                <a:cubicBezTo>
                  <a:pt x="586352" y="330694"/>
                  <a:pt x="587111" y="317042"/>
                  <a:pt x="587111" y="303389"/>
                </a:cubicBezTo>
                <a:cubicBezTo>
                  <a:pt x="587111" y="150936"/>
                  <a:pt x="465614" y="25788"/>
                  <a:pt x="313742" y="20479"/>
                </a:cubicBezTo>
                <a:lnTo>
                  <a:pt x="313742" y="144868"/>
                </a:lnTo>
                <a:cubicBezTo>
                  <a:pt x="313742" y="150178"/>
                  <a:pt x="309186" y="154729"/>
                  <a:pt x="303871" y="154729"/>
                </a:cubicBezTo>
                <a:cubicBezTo>
                  <a:pt x="298555" y="154729"/>
                  <a:pt x="293999" y="150178"/>
                  <a:pt x="293999" y="144868"/>
                </a:cubicBezTo>
                <a:lnTo>
                  <a:pt x="293999" y="9860"/>
                </a:lnTo>
                <a:cubicBezTo>
                  <a:pt x="293999" y="4551"/>
                  <a:pt x="298555" y="0"/>
                  <a:pt x="303871" y="0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 sz="2000" b="1" i="1" dirty="0">
              <a:solidFill>
                <a:schemeClr val="tx1"/>
              </a:solidFill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16" name="ïṧlîḓe"/>
          <p:cNvSpPr/>
          <p:nvPr/>
        </p:nvSpPr>
        <p:spPr>
          <a:xfrm>
            <a:off x="9429058" y="994604"/>
            <a:ext cx="543531" cy="567645"/>
          </a:xfrm>
          <a:custGeom>
            <a:avLst/>
            <a:gdLst>
              <a:gd name="connsiteX0" fmla="*/ 400482 w 560086"/>
              <a:gd name="connsiteY0" fmla="*/ 203934 h 608556"/>
              <a:gd name="connsiteX1" fmla="*/ 431714 w 560086"/>
              <a:gd name="connsiteY1" fmla="*/ 235122 h 608556"/>
              <a:gd name="connsiteX2" fmla="*/ 254767 w 560086"/>
              <a:gd name="connsiteY2" fmla="*/ 411820 h 608556"/>
              <a:gd name="connsiteX3" fmla="*/ 157356 w 560086"/>
              <a:gd name="connsiteY3" fmla="*/ 314596 h 608556"/>
              <a:gd name="connsiteX4" fmla="*/ 173022 w 560086"/>
              <a:gd name="connsiteY4" fmla="*/ 299002 h 608556"/>
              <a:gd name="connsiteX5" fmla="*/ 188638 w 560086"/>
              <a:gd name="connsiteY5" fmla="*/ 283408 h 608556"/>
              <a:gd name="connsiteX6" fmla="*/ 196521 w 560086"/>
              <a:gd name="connsiteY6" fmla="*/ 291280 h 608556"/>
              <a:gd name="connsiteX7" fmla="*/ 254767 w 560086"/>
              <a:gd name="connsiteY7" fmla="*/ 349444 h 608556"/>
              <a:gd name="connsiteX8" fmla="*/ 369652 w 560086"/>
              <a:gd name="connsiteY8" fmla="*/ 234721 h 608556"/>
              <a:gd name="connsiteX9" fmla="*/ 280059 w 560086"/>
              <a:gd name="connsiteY9" fmla="*/ 56759 h 608556"/>
              <a:gd name="connsiteX10" fmla="*/ 217645 w 560086"/>
              <a:gd name="connsiteY10" fmla="*/ 96069 h 608556"/>
              <a:gd name="connsiteX11" fmla="*/ 132685 w 560086"/>
              <a:gd name="connsiteY11" fmla="*/ 133675 h 608556"/>
              <a:gd name="connsiteX12" fmla="*/ 44412 w 560086"/>
              <a:gd name="connsiteY12" fmla="*/ 155486 h 608556"/>
              <a:gd name="connsiteX13" fmla="*/ 70874 w 560086"/>
              <a:gd name="connsiteY13" fmla="*/ 306259 h 608556"/>
              <a:gd name="connsiteX14" fmla="*/ 143330 w 560086"/>
              <a:gd name="connsiteY14" fmla="*/ 446752 h 608556"/>
              <a:gd name="connsiteX15" fmla="*/ 280059 w 560086"/>
              <a:gd name="connsiteY15" fmla="*/ 559519 h 608556"/>
              <a:gd name="connsiteX16" fmla="*/ 417290 w 560086"/>
              <a:gd name="connsiteY16" fmla="*/ 446101 h 608556"/>
              <a:gd name="connsiteX17" fmla="*/ 489646 w 560086"/>
              <a:gd name="connsiteY17" fmla="*/ 304855 h 608556"/>
              <a:gd name="connsiteX18" fmla="*/ 515656 w 560086"/>
              <a:gd name="connsiteY18" fmla="*/ 155486 h 608556"/>
              <a:gd name="connsiteX19" fmla="*/ 427383 w 560086"/>
              <a:gd name="connsiteY19" fmla="*/ 133675 h 608556"/>
              <a:gd name="connsiteX20" fmla="*/ 342423 w 560086"/>
              <a:gd name="connsiteY20" fmla="*/ 96069 h 608556"/>
              <a:gd name="connsiteX21" fmla="*/ 280059 w 560086"/>
              <a:gd name="connsiteY21" fmla="*/ 56759 h 608556"/>
              <a:gd name="connsiteX22" fmla="*/ 280059 w 560086"/>
              <a:gd name="connsiteY22" fmla="*/ 0 h 608556"/>
              <a:gd name="connsiteX23" fmla="*/ 294319 w 560086"/>
              <a:gd name="connsiteY23" fmla="*/ 12034 h 608556"/>
              <a:gd name="connsiteX24" fmla="*/ 364567 w 560086"/>
              <a:gd name="connsiteY24" fmla="*/ 57862 h 608556"/>
              <a:gd name="connsiteX25" fmla="*/ 540110 w 560086"/>
              <a:gd name="connsiteY25" fmla="*/ 114070 h 608556"/>
              <a:gd name="connsiteX26" fmla="*/ 559140 w 560086"/>
              <a:gd name="connsiteY26" fmla="*/ 116025 h 608556"/>
              <a:gd name="connsiteX27" fmla="*/ 559944 w 560086"/>
              <a:gd name="connsiteY27" fmla="*/ 135079 h 608556"/>
              <a:gd name="connsiteX28" fmla="*/ 531774 w 560086"/>
              <a:gd name="connsiteY28" fmla="*/ 318242 h 608556"/>
              <a:gd name="connsiteX29" fmla="*/ 452338 w 560086"/>
              <a:gd name="connsiteY29" fmla="*/ 472926 h 608556"/>
              <a:gd name="connsiteX30" fmla="*/ 289549 w 560086"/>
              <a:gd name="connsiteY30" fmla="*/ 604043 h 608556"/>
              <a:gd name="connsiteX31" fmla="*/ 280059 w 560086"/>
              <a:gd name="connsiteY31" fmla="*/ 608556 h 608556"/>
              <a:gd name="connsiteX32" fmla="*/ 270519 w 560086"/>
              <a:gd name="connsiteY32" fmla="*/ 604043 h 608556"/>
              <a:gd name="connsiteX33" fmla="*/ 107730 w 560086"/>
              <a:gd name="connsiteY33" fmla="*/ 472926 h 608556"/>
              <a:gd name="connsiteX34" fmla="*/ 28294 w 560086"/>
              <a:gd name="connsiteY34" fmla="*/ 318242 h 608556"/>
              <a:gd name="connsiteX35" fmla="*/ 124 w 560086"/>
              <a:gd name="connsiteY35" fmla="*/ 135079 h 608556"/>
              <a:gd name="connsiteX36" fmla="*/ 978 w 560086"/>
              <a:gd name="connsiteY36" fmla="*/ 116025 h 608556"/>
              <a:gd name="connsiteX37" fmla="*/ 19958 w 560086"/>
              <a:gd name="connsiteY37" fmla="*/ 114070 h 608556"/>
              <a:gd name="connsiteX38" fmla="*/ 195501 w 560086"/>
              <a:gd name="connsiteY38" fmla="*/ 57862 h 608556"/>
              <a:gd name="connsiteX39" fmla="*/ 265799 w 560086"/>
              <a:gd name="connsiteY39" fmla="*/ 12034 h 608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560086" h="608556">
                <a:moveTo>
                  <a:pt x="400482" y="203934"/>
                </a:moveTo>
                <a:lnTo>
                  <a:pt x="431714" y="235122"/>
                </a:lnTo>
                <a:lnTo>
                  <a:pt x="254767" y="411820"/>
                </a:lnTo>
                <a:lnTo>
                  <a:pt x="157356" y="314596"/>
                </a:lnTo>
                <a:lnTo>
                  <a:pt x="173022" y="299002"/>
                </a:lnTo>
                <a:lnTo>
                  <a:pt x="188638" y="283408"/>
                </a:lnTo>
                <a:lnTo>
                  <a:pt x="196521" y="291280"/>
                </a:lnTo>
                <a:lnTo>
                  <a:pt x="254767" y="349444"/>
                </a:lnTo>
                <a:lnTo>
                  <a:pt x="369652" y="234721"/>
                </a:lnTo>
                <a:close/>
                <a:moveTo>
                  <a:pt x="280059" y="56759"/>
                </a:moveTo>
                <a:cubicBezTo>
                  <a:pt x="267054" y="66286"/>
                  <a:pt x="245714" y="80827"/>
                  <a:pt x="217645" y="96069"/>
                </a:cubicBezTo>
                <a:cubicBezTo>
                  <a:pt x="189978" y="111111"/>
                  <a:pt x="161407" y="123747"/>
                  <a:pt x="132685" y="133675"/>
                </a:cubicBezTo>
                <a:cubicBezTo>
                  <a:pt x="103311" y="143803"/>
                  <a:pt x="73736" y="151124"/>
                  <a:pt x="44412" y="155486"/>
                </a:cubicBezTo>
                <a:cubicBezTo>
                  <a:pt x="45366" y="183815"/>
                  <a:pt x="50036" y="241527"/>
                  <a:pt x="70874" y="306259"/>
                </a:cubicBezTo>
                <a:cubicBezTo>
                  <a:pt x="87896" y="359207"/>
                  <a:pt x="112249" y="406490"/>
                  <a:pt x="143330" y="446752"/>
                </a:cubicBezTo>
                <a:cubicBezTo>
                  <a:pt x="179785" y="494085"/>
                  <a:pt x="225729" y="531991"/>
                  <a:pt x="280059" y="559519"/>
                </a:cubicBezTo>
                <a:cubicBezTo>
                  <a:pt x="334590" y="531841"/>
                  <a:pt x="380735" y="493734"/>
                  <a:pt x="417290" y="446101"/>
                </a:cubicBezTo>
                <a:cubicBezTo>
                  <a:pt x="448371" y="405587"/>
                  <a:pt x="472725" y="358054"/>
                  <a:pt x="489646" y="304855"/>
                </a:cubicBezTo>
                <a:cubicBezTo>
                  <a:pt x="510183" y="240424"/>
                  <a:pt x="514752" y="183514"/>
                  <a:pt x="515656" y="155486"/>
                </a:cubicBezTo>
                <a:cubicBezTo>
                  <a:pt x="486382" y="151124"/>
                  <a:pt x="456757" y="143803"/>
                  <a:pt x="427383" y="133675"/>
                </a:cubicBezTo>
                <a:cubicBezTo>
                  <a:pt x="398661" y="123747"/>
                  <a:pt x="370090" y="111111"/>
                  <a:pt x="342423" y="96069"/>
                </a:cubicBezTo>
                <a:cubicBezTo>
                  <a:pt x="314354" y="80827"/>
                  <a:pt x="293014" y="66286"/>
                  <a:pt x="280059" y="56759"/>
                </a:cubicBezTo>
                <a:close/>
                <a:moveTo>
                  <a:pt x="280059" y="0"/>
                </a:moveTo>
                <a:lnTo>
                  <a:pt x="294319" y="12034"/>
                </a:lnTo>
                <a:cubicBezTo>
                  <a:pt x="294571" y="12234"/>
                  <a:pt x="320982" y="34346"/>
                  <a:pt x="364567" y="57862"/>
                </a:cubicBezTo>
                <a:cubicBezTo>
                  <a:pt x="404335" y="79373"/>
                  <a:pt x="467101" y="106599"/>
                  <a:pt x="540110" y="114070"/>
                </a:cubicBezTo>
                <a:lnTo>
                  <a:pt x="559140" y="116025"/>
                </a:lnTo>
                <a:lnTo>
                  <a:pt x="559944" y="135079"/>
                </a:lnTo>
                <a:cubicBezTo>
                  <a:pt x="560094" y="138488"/>
                  <a:pt x="563107" y="219766"/>
                  <a:pt x="531774" y="318242"/>
                </a:cubicBezTo>
                <a:cubicBezTo>
                  <a:pt x="513246" y="376305"/>
                  <a:pt x="486533" y="428351"/>
                  <a:pt x="452338" y="472926"/>
                </a:cubicBezTo>
                <a:cubicBezTo>
                  <a:pt x="409407" y="528883"/>
                  <a:pt x="354625" y="573006"/>
                  <a:pt x="289549" y="604043"/>
                </a:cubicBezTo>
                <a:lnTo>
                  <a:pt x="280059" y="608556"/>
                </a:lnTo>
                <a:lnTo>
                  <a:pt x="270519" y="604043"/>
                </a:lnTo>
                <a:cubicBezTo>
                  <a:pt x="205443" y="573006"/>
                  <a:pt x="150661" y="528883"/>
                  <a:pt x="107730" y="472926"/>
                </a:cubicBezTo>
                <a:cubicBezTo>
                  <a:pt x="73535" y="428351"/>
                  <a:pt x="46822" y="376305"/>
                  <a:pt x="28294" y="318242"/>
                </a:cubicBezTo>
                <a:cubicBezTo>
                  <a:pt x="-3039" y="219766"/>
                  <a:pt x="24" y="138488"/>
                  <a:pt x="124" y="135079"/>
                </a:cubicBezTo>
                <a:lnTo>
                  <a:pt x="978" y="116025"/>
                </a:lnTo>
                <a:lnTo>
                  <a:pt x="19958" y="114070"/>
                </a:lnTo>
                <a:cubicBezTo>
                  <a:pt x="92967" y="106599"/>
                  <a:pt x="155733" y="79373"/>
                  <a:pt x="195501" y="57862"/>
                </a:cubicBezTo>
                <a:cubicBezTo>
                  <a:pt x="239086" y="34346"/>
                  <a:pt x="265497" y="12234"/>
                  <a:pt x="265799" y="12034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 sz="2000" b="1" i="1" dirty="0">
              <a:solidFill>
                <a:schemeClr val="tx1"/>
              </a:solidFill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17" name="íṣlïďê"/>
          <p:cNvSpPr/>
          <p:nvPr/>
        </p:nvSpPr>
        <p:spPr>
          <a:xfrm>
            <a:off x="10457608" y="2197853"/>
            <a:ext cx="535885" cy="400384"/>
          </a:xfrm>
          <a:custGeom>
            <a:avLst/>
            <a:gdLst>
              <a:gd name="T0" fmla="*/ 443 w 736"/>
              <a:gd name="T1" fmla="*/ 0 h 573"/>
              <a:gd name="T2" fmla="*/ 407 w 736"/>
              <a:gd name="T3" fmla="*/ 14 h 573"/>
              <a:gd name="T4" fmla="*/ 261 w 736"/>
              <a:gd name="T5" fmla="*/ 124 h 573"/>
              <a:gd name="T6" fmla="*/ 81 w 736"/>
              <a:gd name="T7" fmla="*/ 124 h 573"/>
              <a:gd name="T8" fmla="*/ 0 w 736"/>
              <a:gd name="T9" fmla="*/ 205 h 573"/>
              <a:gd name="T10" fmla="*/ 0 w 736"/>
              <a:gd name="T11" fmla="*/ 367 h 573"/>
              <a:gd name="T12" fmla="*/ 81 w 736"/>
              <a:gd name="T13" fmla="*/ 448 h 573"/>
              <a:gd name="T14" fmla="*/ 261 w 736"/>
              <a:gd name="T15" fmla="*/ 448 h 573"/>
              <a:gd name="T16" fmla="*/ 407 w 736"/>
              <a:gd name="T17" fmla="*/ 559 h 573"/>
              <a:gd name="T18" fmla="*/ 443 w 736"/>
              <a:gd name="T19" fmla="*/ 573 h 573"/>
              <a:gd name="T20" fmla="*/ 473 w 736"/>
              <a:gd name="T21" fmla="*/ 557 h 573"/>
              <a:gd name="T22" fmla="*/ 483 w 736"/>
              <a:gd name="T23" fmla="*/ 521 h 573"/>
              <a:gd name="T24" fmla="*/ 483 w 736"/>
              <a:gd name="T25" fmla="*/ 52 h 573"/>
              <a:gd name="T26" fmla="*/ 443 w 736"/>
              <a:gd name="T27" fmla="*/ 0 h 573"/>
              <a:gd name="T28" fmla="*/ 456 w 736"/>
              <a:gd name="T29" fmla="*/ 521 h 573"/>
              <a:gd name="T30" fmla="*/ 451 w 736"/>
              <a:gd name="T31" fmla="*/ 542 h 573"/>
              <a:gd name="T32" fmla="*/ 423 w 736"/>
              <a:gd name="T33" fmla="*/ 537 h 573"/>
              <a:gd name="T34" fmla="*/ 273 w 736"/>
              <a:gd name="T35" fmla="*/ 424 h 573"/>
              <a:gd name="T36" fmla="*/ 265 w 736"/>
              <a:gd name="T37" fmla="*/ 422 h 573"/>
              <a:gd name="T38" fmla="*/ 81 w 736"/>
              <a:gd name="T39" fmla="*/ 422 h 573"/>
              <a:gd name="T40" fmla="*/ 27 w 736"/>
              <a:gd name="T41" fmla="*/ 367 h 573"/>
              <a:gd name="T42" fmla="*/ 27 w 736"/>
              <a:gd name="T43" fmla="*/ 205 h 573"/>
              <a:gd name="T44" fmla="*/ 81 w 736"/>
              <a:gd name="T45" fmla="*/ 151 h 573"/>
              <a:gd name="T46" fmla="*/ 265 w 736"/>
              <a:gd name="T47" fmla="*/ 151 h 573"/>
              <a:gd name="T48" fmla="*/ 273 w 736"/>
              <a:gd name="T49" fmla="*/ 148 h 573"/>
              <a:gd name="T50" fmla="*/ 423 w 736"/>
              <a:gd name="T51" fmla="*/ 35 h 573"/>
              <a:gd name="T52" fmla="*/ 443 w 736"/>
              <a:gd name="T53" fmla="*/ 27 h 573"/>
              <a:gd name="T54" fmla="*/ 456 w 736"/>
              <a:gd name="T55" fmla="*/ 52 h 573"/>
              <a:gd name="T56" fmla="*/ 456 w 736"/>
              <a:gd name="T57" fmla="*/ 521 h 573"/>
              <a:gd name="T58" fmla="*/ 541 w 736"/>
              <a:gd name="T59" fmla="*/ 394 h 573"/>
              <a:gd name="T60" fmla="*/ 527 w 736"/>
              <a:gd name="T61" fmla="*/ 380 h 573"/>
              <a:gd name="T62" fmla="*/ 541 w 736"/>
              <a:gd name="T63" fmla="*/ 367 h 573"/>
              <a:gd name="T64" fmla="*/ 621 w 736"/>
              <a:gd name="T65" fmla="*/ 286 h 573"/>
              <a:gd name="T66" fmla="*/ 541 w 736"/>
              <a:gd name="T67" fmla="*/ 205 h 573"/>
              <a:gd name="T68" fmla="*/ 527 w 736"/>
              <a:gd name="T69" fmla="*/ 192 h 573"/>
              <a:gd name="T70" fmla="*/ 541 w 736"/>
              <a:gd name="T71" fmla="*/ 179 h 573"/>
              <a:gd name="T72" fmla="*/ 648 w 736"/>
              <a:gd name="T73" fmla="*/ 286 h 573"/>
              <a:gd name="T74" fmla="*/ 541 w 736"/>
              <a:gd name="T75" fmla="*/ 394 h 573"/>
              <a:gd name="T76" fmla="*/ 736 w 736"/>
              <a:gd name="T77" fmla="*/ 286 h 573"/>
              <a:gd name="T78" fmla="*/ 559 w 736"/>
              <a:gd name="T79" fmla="*/ 464 h 573"/>
              <a:gd name="T80" fmla="*/ 546 w 736"/>
              <a:gd name="T81" fmla="*/ 450 h 573"/>
              <a:gd name="T82" fmla="*/ 559 w 736"/>
              <a:gd name="T83" fmla="*/ 437 h 573"/>
              <a:gd name="T84" fmla="*/ 710 w 736"/>
              <a:gd name="T85" fmla="*/ 286 h 573"/>
              <a:gd name="T86" fmla="*/ 559 w 736"/>
              <a:gd name="T87" fmla="*/ 135 h 573"/>
              <a:gd name="T88" fmla="*/ 546 w 736"/>
              <a:gd name="T89" fmla="*/ 122 h 573"/>
              <a:gd name="T90" fmla="*/ 559 w 736"/>
              <a:gd name="T91" fmla="*/ 109 h 573"/>
              <a:gd name="T92" fmla="*/ 736 w 736"/>
              <a:gd name="T93" fmla="*/ 286 h 5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736" h="573">
                <a:moveTo>
                  <a:pt x="443" y="0"/>
                </a:moveTo>
                <a:cubicBezTo>
                  <a:pt x="431" y="0"/>
                  <a:pt x="419" y="5"/>
                  <a:pt x="407" y="14"/>
                </a:cubicBezTo>
                <a:lnTo>
                  <a:pt x="261" y="124"/>
                </a:lnTo>
                <a:lnTo>
                  <a:pt x="81" y="124"/>
                </a:lnTo>
                <a:cubicBezTo>
                  <a:pt x="36" y="124"/>
                  <a:pt x="0" y="160"/>
                  <a:pt x="0" y="205"/>
                </a:cubicBezTo>
                <a:lnTo>
                  <a:pt x="0" y="367"/>
                </a:lnTo>
                <a:cubicBezTo>
                  <a:pt x="0" y="412"/>
                  <a:pt x="36" y="448"/>
                  <a:pt x="81" y="448"/>
                </a:cubicBezTo>
                <a:lnTo>
                  <a:pt x="261" y="448"/>
                </a:lnTo>
                <a:lnTo>
                  <a:pt x="407" y="559"/>
                </a:lnTo>
                <a:cubicBezTo>
                  <a:pt x="419" y="568"/>
                  <a:pt x="431" y="573"/>
                  <a:pt x="443" y="573"/>
                </a:cubicBezTo>
                <a:cubicBezTo>
                  <a:pt x="455" y="573"/>
                  <a:pt x="466" y="567"/>
                  <a:pt x="473" y="557"/>
                </a:cubicBezTo>
                <a:cubicBezTo>
                  <a:pt x="479" y="548"/>
                  <a:pt x="483" y="536"/>
                  <a:pt x="483" y="521"/>
                </a:cubicBezTo>
                <a:lnTo>
                  <a:pt x="483" y="52"/>
                </a:lnTo>
                <a:cubicBezTo>
                  <a:pt x="483" y="14"/>
                  <a:pt x="461" y="0"/>
                  <a:pt x="443" y="0"/>
                </a:cubicBezTo>
                <a:close/>
                <a:moveTo>
                  <a:pt x="456" y="521"/>
                </a:moveTo>
                <a:cubicBezTo>
                  <a:pt x="456" y="530"/>
                  <a:pt x="454" y="537"/>
                  <a:pt x="451" y="542"/>
                </a:cubicBezTo>
                <a:cubicBezTo>
                  <a:pt x="446" y="549"/>
                  <a:pt x="435" y="546"/>
                  <a:pt x="423" y="537"/>
                </a:cubicBezTo>
                <a:lnTo>
                  <a:pt x="273" y="424"/>
                </a:lnTo>
                <a:cubicBezTo>
                  <a:pt x="271" y="423"/>
                  <a:pt x="268" y="422"/>
                  <a:pt x="265" y="422"/>
                </a:cubicBezTo>
                <a:lnTo>
                  <a:pt x="81" y="422"/>
                </a:lnTo>
                <a:cubicBezTo>
                  <a:pt x="51" y="422"/>
                  <a:pt x="27" y="397"/>
                  <a:pt x="27" y="367"/>
                </a:cubicBezTo>
                <a:lnTo>
                  <a:pt x="27" y="205"/>
                </a:lnTo>
                <a:cubicBezTo>
                  <a:pt x="27" y="175"/>
                  <a:pt x="51" y="151"/>
                  <a:pt x="81" y="151"/>
                </a:cubicBezTo>
                <a:lnTo>
                  <a:pt x="265" y="151"/>
                </a:lnTo>
                <a:cubicBezTo>
                  <a:pt x="268" y="151"/>
                  <a:pt x="271" y="150"/>
                  <a:pt x="273" y="148"/>
                </a:cubicBezTo>
                <a:lnTo>
                  <a:pt x="423" y="35"/>
                </a:lnTo>
                <a:cubicBezTo>
                  <a:pt x="430" y="30"/>
                  <a:pt x="437" y="27"/>
                  <a:pt x="443" y="27"/>
                </a:cubicBezTo>
                <a:cubicBezTo>
                  <a:pt x="455" y="27"/>
                  <a:pt x="456" y="46"/>
                  <a:pt x="456" y="52"/>
                </a:cubicBezTo>
                <a:lnTo>
                  <a:pt x="456" y="521"/>
                </a:lnTo>
                <a:close/>
                <a:moveTo>
                  <a:pt x="541" y="394"/>
                </a:moveTo>
                <a:cubicBezTo>
                  <a:pt x="533" y="394"/>
                  <a:pt x="527" y="388"/>
                  <a:pt x="527" y="380"/>
                </a:cubicBezTo>
                <a:cubicBezTo>
                  <a:pt x="527" y="373"/>
                  <a:pt x="533" y="367"/>
                  <a:pt x="541" y="367"/>
                </a:cubicBezTo>
                <a:cubicBezTo>
                  <a:pt x="585" y="367"/>
                  <a:pt x="621" y="331"/>
                  <a:pt x="621" y="286"/>
                </a:cubicBezTo>
                <a:cubicBezTo>
                  <a:pt x="621" y="242"/>
                  <a:pt x="585" y="205"/>
                  <a:pt x="541" y="205"/>
                </a:cubicBezTo>
                <a:cubicBezTo>
                  <a:pt x="533" y="205"/>
                  <a:pt x="527" y="199"/>
                  <a:pt x="527" y="192"/>
                </a:cubicBezTo>
                <a:cubicBezTo>
                  <a:pt x="527" y="185"/>
                  <a:pt x="533" y="179"/>
                  <a:pt x="541" y="179"/>
                </a:cubicBezTo>
                <a:cubicBezTo>
                  <a:pt x="600" y="179"/>
                  <a:pt x="648" y="227"/>
                  <a:pt x="648" y="286"/>
                </a:cubicBezTo>
                <a:cubicBezTo>
                  <a:pt x="648" y="346"/>
                  <a:pt x="600" y="394"/>
                  <a:pt x="541" y="394"/>
                </a:cubicBezTo>
                <a:close/>
                <a:moveTo>
                  <a:pt x="736" y="286"/>
                </a:moveTo>
                <a:cubicBezTo>
                  <a:pt x="736" y="384"/>
                  <a:pt x="657" y="464"/>
                  <a:pt x="559" y="464"/>
                </a:cubicBezTo>
                <a:cubicBezTo>
                  <a:pt x="552" y="464"/>
                  <a:pt x="546" y="458"/>
                  <a:pt x="546" y="450"/>
                </a:cubicBezTo>
                <a:cubicBezTo>
                  <a:pt x="546" y="443"/>
                  <a:pt x="552" y="437"/>
                  <a:pt x="559" y="437"/>
                </a:cubicBezTo>
                <a:cubicBezTo>
                  <a:pt x="642" y="437"/>
                  <a:pt x="710" y="369"/>
                  <a:pt x="710" y="286"/>
                </a:cubicBezTo>
                <a:cubicBezTo>
                  <a:pt x="710" y="203"/>
                  <a:pt x="642" y="135"/>
                  <a:pt x="559" y="135"/>
                </a:cubicBezTo>
                <a:cubicBezTo>
                  <a:pt x="552" y="135"/>
                  <a:pt x="546" y="129"/>
                  <a:pt x="546" y="122"/>
                </a:cubicBezTo>
                <a:cubicBezTo>
                  <a:pt x="546" y="115"/>
                  <a:pt x="552" y="109"/>
                  <a:pt x="559" y="109"/>
                </a:cubicBezTo>
                <a:cubicBezTo>
                  <a:pt x="657" y="109"/>
                  <a:pt x="736" y="188"/>
                  <a:pt x="736" y="286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 sz="2000" b="1" i="1" dirty="0">
              <a:solidFill>
                <a:schemeClr val="tx1"/>
              </a:solidFill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18" name="îsļidé"/>
          <p:cNvSpPr/>
          <p:nvPr/>
        </p:nvSpPr>
        <p:spPr>
          <a:xfrm>
            <a:off x="8958947" y="3298452"/>
            <a:ext cx="869514" cy="863083"/>
          </a:xfrm>
          <a:custGeom>
            <a:avLst/>
            <a:gdLst>
              <a:gd name="connsiteX0" fmla="*/ 291443 w 582734"/>
              <a:gd name="connsiteY0" fmla="*/ 254983 h 601782"/>
              <a:gd name="connsiteX1" fmla="*/ 245350 w 582734"/>
              <a:gd name="connsiteY1" fmla="*/ 300966 h 601782"/>
              <a:gd name="connsiteX2" fmla="*/ 291443 w 582734"/>
              <a:gd name="connsiteY2" fmla="*/ 346800 h 601782"/>
              <a:gd name="connsiteX3" fmla="*/ 337385 w 582734"/>
              <a:gd name="connsiteY3" fmla="*/ 300966 h 601782"/>
              <a:gd name="connsiteX4" fmla="*/ 291443 w 582734"/>
              <a:gd name="connsiteY4" fmla="*/ 254983 h 601782"/>
              <a:gd name="connsiteX5" fmla="*/ 291443 w 582734"/>
              <a:gd name="connsiteY5" fmla="*/ 226374 h 601782"/>
              <a:gd name="connsiteX6" fmla="*/ 366061 w 582734"/>
              <a:gd name="connsiteY6" fmla="*/ 300966 h 601782"/>
              <a:gd name="connsiteX7" fmla="*/ 291443 w 582734"/>
              <a:gd name="connsiteY7" fmla="*/ 375408 h 601782"/>
              <a:gd name="connsiteX8" fmla="*/ 216674 w 582734"/>
              <a:gd name="connsiteY8" fmla="*/ 300966 h 601782"/>
              <a:gd name="connsiteX9" fmla="*/ 291443 w 582734"/>
              <a:gd name="connsiteY9" fmla="*/ 226374 h 601782"/>
              <a:gd name="connsiteX10" fmla="*/ 248975 w 582734"/>
              <a:gd name="connsiteY10" fmla="*/ 28613 h 601782"/>
              <a:gd name="connsiteX11" fmla="*/ 248975 w 582734"/>
              <a:gd name="connsiteY11" fmla="*/ 78050 h 601782"/>
              <a:gd name="connsiteX12" fmla="*/ 238170 w 582734"/>
              <a:gd name="connsiteY12" fmla="*/ 91982 h 601782"/>
              <a:gd name="connsiteX13" fmla="*/ 136728 w 582734"/>
              <a:gd name="connsiteY13" fmla="*/ 150408 h 601782"/>
              <a:gd name="connsiteX14" fmla="*/ 119321 w 582734"/>
              <a:gd name="connsiteY14" fmla="*/ 152805 h 601782"/>
              <a:gd name="connsiteX15" fmla="*/ 76403 w 582734"/>
              <a:gd name="connsiteY15" fmla="*/ 128086 h 601782"/>
              <a:gd name="connsiteX16" fmla="*/ 33936 w 582734"/>
              <a:gd name="connsiteY16" fmla="*/ 201493 h 601782"/>
              <a:gd name="connsiteX17" fmla="*/ 76854 w 582734"/>
              <a:gd name="connsiteY17" fmla="*/ 226211 h 601782"/>
              <a:gd name="connsiteX18" fmla="*/ 83456 w 582734"/>
              <a:gd name="connsiteY18" fmla="*/ 242541 h 601782"/>
              <a:gd name="connsiteX19" fmla="*/ 75503 w 582734"/>
              <a:gd name="connsiteY19" fmla="*/ 300966 h 601782"/>
              <a:gd name="connsiteX20" fmla="*/ 83456 w 582734"/>
              <a:gd name="connsiteY20" fmla="*/ 359392 h 601782"/>
              <a:gd name="connsiteX21" fmla="*/ 76854 w 582734"/>
              <a:gd name="connsiteY21" fmla="*/ 375571 h 601782"/>
              <a:gd name="connsiteX22" fmla="*/ 33936 w 582734"/>
              <a:gd name="connsiteY22" fmla="*/ 400289 h 601782"/>
              <a:gd name="connsiteX23" fmla="*/ 76403 w 582734"/>
              <a:gd name="connsiteY23" fmla="*/ 473696 h 601782"/>
              <a:gd name="connsiteX24" fmla="*/ 116770 w 582734"/>
              <a:gd name="connsiteY24" fmla="*/ 450475 h 601782"/>
              <a:gd name="connsiteX25" fmla="*/ 186699 w 582734"/>
              <a:gd name="connsiteY25" fmla="*/ 380814 h 601782"/>
              <a:gd name="connsiteX26" fmla="*/ 206957 w 582734"/>
              <a:gd name="connsiteY26" fmla="*/ 380814 h 601782"/>
              <a:gd name="connsiteX27" fmla="*/ 206957 w 582734"/>
              <a:gd name="connsiteY27" fmla="*/ 401038 h 601782"/>
              <a:gd name="connsiteX28" fmla="*/ 146782 w 582734"/>
              <a:gd name="connsiteY28" fmla="*/ 460962 h 601782"/>
              <a:gd name="connsiteX29" fmla="*/ 231717 w 582734"/>
              <a:gd name="connsiteY29" fmla="*/ 508152 h 601782"/>
              <a:gd name="connsiteX30" fmla="*/ 296544 w 582734"/>
              <a:gd name="connsiteY30" fmla="*/ 443434 h 601782"/>
              <a:gd name="connsiteX31" fmla="*/ 316803 w 582734"/>
              <a:gd name="connsiteY31" fmla="*/ 443434 h 601782"/>
              <a:gd name="connsiteX32" fmla="*/ 316803 w 582734"/>
              <a:gd name="connsiteY32" fmla="*/ 463659 h 601782"/>
              <a:gd name="connsiteX33" fmla="*/ 248975 w 582734"/>
              <a:gd name="connsiteY33" fmla="*/ 531372 h 601782"/>
              <a:gd name="connsiteX34" fmla="*/ 248975 w 582734"/>
              <a:gd name="connsiteY34" fmla="*/ 573169 h 601782"/>
              <a:gd name="connsiteX35" fmla="*/ 333910 w 582734"/>
              <a:gd name="connsiteY35" fmla="*/ 573169 h 601782"/>
              <a:gd name="connsiteX36" fmla="*/ 333910 w 582734"/>
              <a:gd name="connsiteY36" fmla="*/ 523732 h 601782"/>
              <a:gd name="connsiteX37" fmla="*/ 344714 w 582734"/>
              <a:gd name="connsiteY37" fmla="*/ 509800 h 601782"/>
              <a:gd name="connsiteX38" fmla="*/ 446006 w 582734"/>
              <a:gd name="connsiteY38" fmla="*/ 451374 h 601782"/>
              <a:gd name="connsiteX39" fmla="*/ 463413 w 582734"/>
              <a:gd name="connsiteY39" fmla="*/ 448977 h 601782"/>
              <a:gd name="connsiteX40" fmla="*/ 506331 w 582734"/>
              <a:gd name="connsiteY40" fmla="*/ 473696 h 601782"/>
              <a:gd name="connsiteX41" fmla="*/ 548798 w 582734"/>
              <a:gd name="connsiteY41" fmla="*/ 400289 h 601782"/>
              <a:gd name="connsiteX42" fmla="*/ 505880 w 582734"/>
              <a:gd name="connsiteY42" fmla="*/ 375571 h 601782"/>
              <a:gd name="connsiteX43" fmla="*/ 499278 w 582734"/>
              <a:gd name="connsiteY43" fmla="*/ 359392 h 601782"/>
              <a:gd name="connsiteX44" fmla="*/ 507381 w 582734"/>
              <a:gd name="connsiteY44" fmla="*/ 300966 h 601782"/>
              <a:gd name="connsiteX45" fmla="*/ 499278 w 582734"/>
              <a:gd name="connsiteY45" fmla="*/ 242391 h 601782"/>
              <a:gd name="connsiteX46" fmla="*/ 505880 w 582734"/>
              <a:gd name="connsiteY46" fmla="*/ 226211 h 601782"/>
              <a:gd name="connsiteX47" fmla="*/ 548798 w 582734"/>
              <a:gd name="connsiteY47" fmla="*/ 201493 h 601782"/>
              <a:gd name="connsiteX48" fmla="*/ 506331 w 582734"/>
              <a:gd name="connsiteY48" fmla="*/ 128086 h 601782"/>
              <a:gd name="connsiteX49" fmla="*/ 463413 w 582734"/>
              <a:gd name="connsiteY49" fmla="*/ 152805 h 601782"/>
              <a:gd name="connsiteX50" fmla="*/ 446006 w 582734"/>
              <a:gd name="connsiteY50" fmla="*/ 150408 h 601782"/>
              <a:gd name="connsiteX51" fmla="*/ 344714 w 582734"/>
              <a:gd name="connsiteY51" fmla="*/ 91982 h 601782"/>
              <a:gd name="connsiteX52" fmla="*/ 333910 w 582734"/>
              <a:gd name="connsiteY52" fmla="*/ 78050 h 601782"/>
              <a:gd name="connsiteX53" fmla="*/ 333910 w 582734"/>
              <a:gd name="connsiteY53" fmla="*/ 28613 h 601782"/>
              <a:gd name="connsiteX54" fmla="*/ 234569 w 582734"/>
              <a:gd name="connsiteY54" fmla="*/ 0 h 601782"/>
              <a:gd name="connsiteX55" fmla="*/ 348165 w 582734"/>
              <a:gd name="connsiteY55" fmla="*/ 0 h 601782"/>
              <a:gd name="connsiteX56" fmla="*/ 362571 w 582734"/>
              <a:gd name="connsiteY56" fmla="*/ 14381 h 601782"/>
              <a:gd name="connsiteX57" fmla="*/ 362571 w 582734"/>
              <a:gd name="connsiteY57" fmla="*/ 67264 h 601782"/>
              <a:gd name="connsiteX58" fmla="*/ 458461 w 582734"/>
              <a:gd name="connsiteY58" fmla="*/ 122543 h 601782"/>
              <a:gd name="connsiteX59" fmla="*/ 504380 w 582734"/>
              <a:gd name="connsiteY59" fmla="*/ 96177 h 601782"/>
              <a:gd name="connsiteX60" fmla="*/ 515334 w 582734"/>
              <a:gd name="connsiteY60" fmla="*/ 94679 h 601782"/>
              <a:gd name="connsiteX61" fmla="*/ 524038 w 582734"/>
              <a:gd name="connsiteY61" fmla="*/ 101420 h 601782"/>
              <a:gd name="connsiteX62" fmla="*/ 580761 w 582734"/>
              <a:gd name="connsiteY62" fmla="*/ 199545 h 601782"/>
              <a:gd name="connsiteX63" fmla="*/ 575509 w 582734"/>
              <a:gd name="connsiteY63" fmla="*/ 219170 h 601782"/>
              <a:gd name="connsiteX64" fmla="*/ 529740 w 582734"/>
              <a:gd name="connsiteY64" fmla="*/ 245537 h 601782"/>
              <a:gd name="connsiteX65" fmla="*/ 536043 w 582734"/>
              <a:gd name="connsiteY65" fmla="*/ 300966 h 601782"/>
              <a:gd name="connsiteX66" fmla="*/ 529740 w 582734"/>
              <a:gd name="connsiteY66" fmla="*/ 356246 h 601782"/>
              <a:gd name="connsiteX67" fmla="*/ 575509 w 582734"/>
              <a:gd name="connsiteY67" fmla="*/ 382762 h 601782"/>
              <a:gd name="connsiteX68" fmla="*/ 580761 w 582734"/>
              <a:gd name="connsiteY68" fmla="*/ 402237 h 601782"/>
              <a:gd name="connsiteX69" fmla="*/ 524038 w 582734"/>
              <a:gd name="connsiteY69" fmla="*/ 500511 h 601782"/>
              <a:gd name="connsiteX70" fmla="*/ 515334 w 582734"/>
              <a:gd name="connsiteY70" fmla="*/ 507103 h 601782"/>
              <a:gd name="connsiteX71" fmla="*/ 504380 w 582734"/>
              <a:gd name="connsiteY71" fmla="*/ 505755 h 601782"/>
              <a:gd name="connsiteX72" fmla="*/ 458461 w 582734"/>
              <a:gd name="connsiteY72" fmla="*/ 479239 h 601782"/>
              <a:gd name="connsiteX73" fmla="*/ 362571 w 582734"/>
              <a:gd name="connsiteY73" fmla="*/ 534668 h 601782"/>
              <a:gd name="connsiteX74" fmla="*/ 362571 w 582734"/>
              <a:gd name="connsiteY74" fmla="*/ 587550 h 601782"/>
              <a:gd name="connsiteX75" fmla="*/ 348165 w 582734"/>
              <a:gd name="connsiteY75" fmla="*/ 601782 h 601782"/>
              <a:gd name="connsiteX76" fmla="*/ 234569 w 582734"/>
              <a:gd name="connsiteY76" fmla="*/ 601782 h 601782"/>
              <a:gd name="connsiteX77" fmla="*/ 220313 w 582734"/>
              <a:gd name="connsiteY77" fmla="*/ 587550 h 601782"/>
              <a:gd name="connsiteX78" fmla="*/ 220313 w 582734"/>
              <a:gd name="connsiteY78" fmla="*/ 534668 h 601782"/>
              <a:gd name="connsiteX79" fmla="*/ 124273 w 582734"/>
              <a:gd name="connsiteY79" fmla="*/ 479239 h 601782"/>
              <a:gd name="connsiteX80" fmla="*/ 78354 w 582734"/>
              <a:gd name="connsiteY80" fmla="*/ 505755 h 601782"/>
              <a:gd name="connsiteX81" fmla="*/ 67400 w 582734"/>
              <a:gd name="connsiteY81" fmla="*/ 507103 h 601782"/>
              <a:gd name="connsiteX82" fmla="*/ 58696 w 582734"/>
              <a:gd name="connsiteY82" fmla="*/ 500511 h 601782"/>
              <a:gd name="connsiteX83" fmla="*/ 1973 w 582734"/>
              <a:gd name="connsiteY83" fmla="*/ 402237 h 601782"/>
              <a:gd name="connsiteX84" fmla="*/ 7225 w 582734"/>
              <a:gd name="connsiteY84" fmla="*/ 382762 h 601782"/>
              <a:gd name="connsiteX85" fmla="*/ 53144 w 582734"/>
              <a:gd name="connsiteY85" fmla="*/ 356246 h 601782"/>
              <a:gd name="connsiteX86" fmla="*/ 46691 w 582734"/>
              <a:gd name="connsiteY86" fmla="*/ 300966 h 601782"/>
              <a:gd name="connsiteX87" fmla="*/ 53144 w 582734"/>
              <a:gd name="connsiteY87" fmla="*/ 245537 h 601782"/>
              <a:gd name="connsiteX88" fmla="*/ 7225 w 582734"/>
              <a:gd name="connsiteY88" fmla="*/ 219170 h 601782"/>
              <a:gd name="connsiteX89" fmla="*/ 1973 w 582734"/>
              <a:gd name="connsiteY89" fmla="*/ 199545 h 601782"/>
              <a:gd name="connsiteX90" fmla="*/ 58696 w 582734"/>
              <a:gd name="connsiteY90" fmla="*/ 101420 h 601782"/>
              <a:gd name="connsiteX91" fmla="*/ 67400 w 582734"/>
              <a:gd name="connsiteY91" fmla="*/ 94679 h 601782"/>
              <a:gd name="connsiteX92" fmla="*/ 78354 w 582734"/>
              <a:gd name="connsiteY92" fmla="*/ 96177 h 601782"/>
              <a:gd name="connsiteX93" fmla="*/ 124273 w 582734"/>
              <a:gd name="connsiteY93" fmla="*/ 122543 h 601782"/>
              <a:gd name="connsiteX94" fmla="*/ 220313 w 582734"/>
              <a:gd name="connsiteY94" fmla="*/ 67264 h 601782"/>
              <a:gd name="connsiteX95" fmla="*/ 220313 w 582734"/>
              <a:gd name="connsiteY95" fmla="*/ 14381 h 601782"/>
              <a:gd name="connsiteX96" fmla="*/ 234569 w 582734"/>
              <a:gd name="connsiteY96" fmla="*/ 0 h 601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</a:cxnLst>
            <a:rect l="l" t="t" r="r" b="b"/>
            <a:pathLst>
              <a:path w="582734" h="601782">
                <a:moveTo>
                  <a:pt x="291443" y="254983"/>
                </a:moveTo>
                <a:cubicBezTo>
                  <a:pt x="266069" y="254983"/>
                  <a:pt x="245350" y="275653"/>
                  <a:pt x="245350" y="300966"/>
                </a:cubicBezTo>
                <a:cubicBezTo>
                  <a:pt x="245350" y="326279"/>
                  <a:pt x="266069" y="346800"/>
                  <a:pt x="291443" y="346800"/>
                </a:cubicBezTo>
                <a:cubicBezTo>
                  <a:pt x="316816" y="346800"/>
                  <a:pt x="337385" y="326279"/>
                  <a:pt x="337385" y="300966"/>
                </a:cubicBezTo>
                <a:cubicBezTo>
                  <a:pt x="337385" y="275653"/>
                  <a:pt x="316816" y="254983"/>
                  <a:pt x="291443" y="254983"/>
                </a:cubicBezTo>
                <a:close/>
                <a:moveTo>
                  <a:pt x="291443" y="226374"/>
                </a:moveTo>
                <a:cubicBezTo>
                  <a:pt x="332580" y="226374"/>
                  <a:pt x="366061" y="259776"/>
                  <a:pt x="366061" y="300966"/>
                </a:cubicBezTo>
                <a:cubicBezTo>
                  <a:pt x="366061" y="342007"/>
                  <a:pt x="332580" y="375408"/>
                  <a:pt x="291443" y="375408"/>
                </a:cubicBezTo>
                <a:cubicBezTo>
                  <a:pt x="250155" y="375408"/>
                  <a:pt x="216674" y="342007"/>
                  <a:pt x="216674" y="300966"/>
                </a:cubicBezTo>
                <a:cubicBezTo>
                  <a:pt x="216674" y="259776"/>
                  <a:pt x="250155" y="226374"/>
                  <a:pt x="291443" y="226374"/>
                </a:cubicBezTo>
                <a:close/>
                <a:moveTo>
                  <a:pt x="248975" y="28613"/>
                </a:moveTo>
                <a:lnTo>
                  <a:pt x="248975" y="78050"/>
                </a:lnTo>
                <a:cubicBezTo>
                  <a:pt x="248975" y="84642"/>
                  <a:pt x="244473" y="90334"/>
                  <a:pt x="238170" y="91982"/>
                </a:cubicBezTo>
                <a:cubicBezTo>
                  <a:pt x="199754" y="101720"/>
                  <a:pt x="164640" y="121944"/>
                  <a:pt x="136728" y="150408"/>
                </a:cubicBezTo>
                <a:cubicBezTo>
                  <a:pt x="132226" y="155052"/>
                  <a:pt x="125023" y="156101"/>
                  <a:pt x="119321" y="152805"/>
                </a:cubicBezTo>
                <a:lnTo>
                  <a:pt x="76403" y="128086"/>
                </a:lnTo>
                <a:lnTo>
                  <a:pt x="33936" y="201493"/>
                </a:lnTo>
                <a:lnTo>
                  <a:pt x="76854" y="226211"/>
                </a:lnTo>
                <a:cubicBezTo>
                  <a:pt x="82556" y="229507"/>
                  <a:pt x="85257" y="236099"/>
                  <a:pt x="83456" y="242541"/>
                </a:cubicBezTo>
                <a:cubicBezTo>
                  <a:pt x="78204" y="261417"/>
                  <a:pt x="75503" y="281042"/>
                  <a:pt x="75503" y="300966"/>
                </a:cubicBezTo>
                <a:cubicBezTo>
                  <a:pt x="75503" y="320741"/>
                  <a:pt x="78204" y="340366"/>
                  <a:pt x="83456" y="359392"/>
                </a:cubicBezTo>
                <a:cubicBezTo>
                  <a:pt x="85257" y="365684"/>
                  <a:pt x="82556" y="372425"/>
                  <a:pt x="76854" y="375571"/>
                </a:cubicBezTo>
                <a:lnTo>
                  <a:pt x="33936" y="400289"/>
                </a:lnTo>
                <a:lnTo>
                  <a:pt x="76403" y="473696"/>
                </a:lnTo>
                <a:lnTo>
                  <a:pt x="116770" y="450475"/>
                </a:lnTo>
                <a:lnTo>
                  <a:pt x="186699" y="380814"/>
                </a:lnTo>
                <a:cubicBezTo>
                  <a:pt x="192251" y="375122"/>
                  <a:pt x="201405" y="375122"/>
                  <a:pt x="206957" y="380814"/>
                </a:cubicBezTo>
                <a:cubicBezTo>
                  <a:pt x="212509" y="386357"/>
                  <a:pt x="212509" y="395346"/>
                  <a:pt x="206957" y="401038"/>
                </a:cubicBezTo>
                <a:lnTo>
                  <a:pt x="146782" y="460962"/>
                </a:lnTo>
                <a:cubicBezTo>
                  <a:pt x="171242" y="482984"/>
                  <a:pt x="200204" y="499163"/>
                  <a:pt x="231717" y="508152"/>
                </a:cubicBezTo>
                <a:lnTo>
                  <a:pt x="296544" y="443434"/>
                </a:lnTo>
                <a:cubicBezTo>
                  <a:pt x="302096" y="437891"/>
                  <a:pt x="311250" y="437891"/>
                  <a:pt x="316803" y="443434"/>
                </a:cubicBezTo>
                <a:cubicBezTo>
                  <a:pt x="322355" y="448977"/>
                  <a:pt x="322355" y="458116"/>
                  <a:pt x="316803" y="463659"/>
                </a:cubicBezTo>
                <a:lnTo>
                  <a:pt x="248975" y="531372"/>
                </a:lnTo>
                <a:lnTo>
                  <a:pt x="248975" y="573169"/>
                </a:lnTo>
                <a:lnTo>
                  <a:pt x="333910" y="573169"/>
                </a:lnTo>
                <a:lnTo>
                  <a:pt x="333910" y="523732"/>
                </a:lnTo>
                <a:cubicBezTo>
                  <a:pt x="333910" y="517140"/>
                  <a:pt x="338261" y="511448"/>
                  <a:pt x="344714" y="509800"/>
                </a:cubicBezTo>
                <a:cubicBezTo>
                  <a:pt x="383130" y="500212"/>
                  <a:pt x="418094" y="479988"/>
                  <a:pt x="446006" y="451374"/>
                </a:cubicBezTo>
                <a:cubicBezTo>
                  <a:pt x="450508" y="446730"/>
                  <a:pt x="457711" y="445681"/>
                  <a:pt x="463413" y="448977"/>
                </a:cubicBezTo>
                <a:lnTo>
                  <a:pt x="506331" y="473696"/>
                </a:lnTo>
                <a:lnTo>
                  <a:pt x="548798" y="400289"/>
                </a:lnTo>
                <a:lnTo>
                  <a:pt x="505880" y="375571"/>
                </a:lnTo>
                <a:cubicBezTo>
                  <a:pt x="500178" y="372425"/>
                  <a:pt x="497477" y="365684"/>
                  <a:pt x="499278" y="359392"/>
                </a:cubicBezTo>
                <a:cubicBezTo>
                  <a:pt x="504680" y="340366"/>
                  <a:pt x="507381" y="320741"/>
                  <a:pt x="507381" y="300966"/>
                </a:cubicBezTo>
                <a:cubicBezTo>
                  <a:pt x="507381" y="281042"/>
                  <a:pt x="504680" y="261417"/>
                  <a:pt x="499278" y="242391"/>
                </a:cubicBezTo>
                <a:cubicBezTo>
                  <a:pt x="497477" y="236099"/>
                  <a:pt x="500178" y="229507"/>
                  <a:pt x="505880" y="226211"/>
                </a:cubicBezTo>
                <a:lnTo>
                  <a:pt x="548798" y="201493"/>
                </a:lnTo>
                <a:lnTo>
                  <a:pt x="506331" y="128086"/>
                </a:lnTo>
                <a:lnTo>
                  <a:pt x="463413" y="152805"/>
                </a:lnTo>
                <a:cubicBezTo>
                  <a:pt x="457711" y="156101"/>
                  <a:pt x="450508" y="155052"/>
                  <a:pt x="446006" y="150408"/>
                </a:cubicBezTo>
                <a:cubicBezTo>
                  <a:pt x="418094" y="121944"/>
                  <a:pt x="383130" y="101720"/>
                  <a:pt x="344714" y="91982"/>
                </a:cubicBezTo>
                <a:cubicBezTo>
                  <a:pt x="338261" y="90334"/>
                  <a:pt x="333910" y="84642"/>
                  <a:pt x="333910" y="78050"/>
                </a:cubicBezTo>
                <a:lnTo>
                  <a:pt x="333910" y="28613"/>
                </a:lnTo>
                <a:close/>
                <a:moveTo>
                  <a:pt x="234569" y="0"/>
                </a:moveTo>
                <a:lnTo>
                  <a:pt x="348165" y="0"/>
                </a:lnTo>
                <a:cubicBezTo>
                  <a:pt x="356119" y="0"/>
                  <a:pt x="362571" y="6442"/>
                  <a:pt x="362571" y="14381"/>
                </a:cubicBezTo>
                <a:lnTo>
                  <a:pt x="362571" y="67264"/>
                </a:lnTo>
                <a:cubicBezTo>
                  <a:pt x="398286" y="78050"/>
                  <a:pt x="431150" y="96926"/>
                  <a:pt x="458461" y="122543"/>
                </a:cubicBezTo>
                <a:lnTo>
                  <a:pt x="504380" y="96177"/>
                </a:lnTo>
                <a:cubicBezTo>
                  <a:pt x="507681" y="94229"/>
                  <a:pt x="511583" y="93630"/>
                  <a:pt x="515334" y="94679"/>
                </a:cubicBezTo>
                <a:cubicBezTo>
                  <a:pt x="518936" y="95728"/>
                  <a:pt x="522087" y="98125"/>
                  <a:pt x="524038" y="101420"/>
                </a:cubicBezTo>
                <a:lnTo>
                  <a:pt x="580761" y="199545"/>
                </a:lnTo>
                <a:cubicBezTo>
                  <a:pt x="584813" y="206436"/>
                  <a:pt x="582412" y="215125"/>
                  <a:pt x="575509" y="219170"/>
                </a:cubicBezTo>
                <a:lnTo>
                  <a:pt x="529740" y="245537"/>
                </a:lnTo>
                <a:cubicBezTo>
                  <a:pt x="533942" y="263664"/>
                  <a:pt x="536043" y="282240"/>
                  <a:pt x="536043" y="300966"/>
                </a:cubicBezTo>
                <a:cubicBezTo>
                  <a:pt x="536043" y="319542"/>
                  <a:pt x="533942" y="338119"/>
                  <a:pt x="529740" y="356246"/>
                </a:cubicBezTo>
                <a:lnTo>
                  <a:pt x="575509" y="382762"/>
                </a:lnTo>
                <a:cubicBezTo>
                  <a:pt x="582412" y="386657"/>
                  <a:pt x="584813" y="395346"/>
                  <a:pt x="580761" y="402237"/>
                </a:cubicBezTo>
                <a:lnTo>
                  <a:pt x="524038" y="500511"/>
                </a:lnTo>
                <a:cubicBezTo>
                  <a:pt x="522087" y="503807"/>
                  <a:pt x="518936" y="506204"/>
                  <a:pt x="515334" y="507103"/>
                </a:cubicBezTo>
                <a:cubicBezTo>
                  <a:pt x="511583" y="508152"/>
                  <a:pt x="507681" y="507552"/>
                  <a:pt x="504380" y="505755"/>
                </a:cubicBezTo>
                <a:lnTo>
                  <a:pt x="458461" y="479239"/>
                </a:lnTo>
                <a:cubicBezTo>
                  <a:pt x="431150" y="504856"/>
                  <a:pt x="398286" y="523732"/>
                  <a:pt x="362571" y="534668"/>
                </a:cubicBezTo>
                <a:lnTo>
                  <a:pt x="362571" y="587550"/>
                </a:lnTo>
                <a:cubicBezTo>
                  <a:pt x="362571" y="595340"/>
                  <a:pt x="356119" y="601782"/>
                  <a:pt x="348165" y="601782"/>
                </a:cubicBezTo>
                <a:lnTo>
                  <a:pt x="234569" y="601782"/>
                </a:lnTo>
                <a:cubicBezTo>
                  <a:pt x="226615" y="601782"/>
                  <a:pt x="220313" y="595340"/>
                  <a:pt x="220313" y="587550"/>
                </a:cubicBezTo>
                <a:lnTo>
                  <a:pt x="220313" y="534668"/>
                </a:lnTo>
                <a:cubicBezTo>
                  <a:pt x="184448" y="523732"/>
                  <a:pt x="151734" y="504856"/>
                  <a:pt x="124273" y="479239"/>
                </a:cubicBezTo>
                <a:lnTo>
                  <a:pt x="78354" y="505755"/>
                </a:lnTo>
                <a:cubicBezTo>
                  <a:pt x="75053" y="507552"/>
                  <a:pt x="71151" y="508152"/>
                  <a:pt x="67400" y="507103"/>
                </a:cubicBezTo>
                <a:cubicBezTo>
                  <a:pt x="63798" y="506204"/>
                  <a:pt x="60647" y="503807"/>
                  <a:pt x="58696" y="500511"/>
                </a:cubicBezTo>
                <a:lnTo>
                  <a:pt x="1973" y="402237"/>
                </a:lnTo>
                <a:cubicBezTo>
                  <a:pt x="-2079" y="395346"/>
                  <a:pt x="322" y="386657"/>
                  <a:pt x="7225" y="382762"/>
                </a:cubicBezTo>
                <a:lnTo>
                  <a:pt x="53144" y="356246"/>
                </a:lnTo>
                <a:cubicBezTo>
                  <a:pt x="48942" y="338119"/>
                  <a:pt x="46691" y="319542"/>
                  <a:pt x="46691" y="300966"/>
                </a:cubicBezTo>
                <a:cubicBezTo>
                  <a:pt x="46691" y="282240"/>
                  <a:pt x="48942" y="263664"/>
                  <a:pt x="53144" y="245537"/>
                </a:cubicBezTo>
                <a:lnTo>
                  <a:pt x="7225" y="219170"/>
                </a:lnTo>
                <a:cubicBezTo>
                  <a:pt x="322" y="215125"/>
                  <a:pt x="-2079" y="206436"/>
                  <a:pt x="1973" y="199545"/>
                </a:cubicBezTo>
                <a:lnTo>
                  <a:pt x="58696" y="101420"/>
                </a:lnTo>
                <a:cubicBezTo>
                  <a:pt x="60647" y="98125"/>
                  <a:pt x="63798" y="95728"/>
                  <a:pt x="67400" y="94679"/>
                </a:cubicBezTo>
                <a:cubicBezTo>
                  <a:pt x="71151" y="93630"/>
                  <a:pt x="75053" y="94229"/>
                  <a:pt x="78354" y="96177"/>
                </a:cubicBezTo>
                <a:lnTo>
                  <a:pt x="124273" y="122543"/>
                </a:lnTo>
                <a:cubicBezTo>
                  <a:pt x="151734" y="96926"/>
                  <a:pt x="184448" y="78050"/>
                  <a:pt x="220313" y="67264"/>
                </a:cubicBezTo>
                <a:lnTo>
                  <a:pt x="220313" y="14381"/>
                </a:lnTo>
                <a:cubicBezTo>
                  <a:pt x="220313" y="6442"/>
                  <a:pt x="226615" y="0"/>
                  <a:pt x="234569" y="0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 sz="2000" b="1" i="1" dirty="0">
              <a:solidFill>
                <a:schemeClr val="tx1"/>
              </a:solidFill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27" name="TextBox 8"/>
          <p:cNvSpPr txBox="1"/>
          <p:nvPr/>
        </p:nvSpPr>
        <p:spPr>
          <a:xfrm>
            <a:off x="3152709" y="272899"/>
            <a:ext cx="3268639" cy="43088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CN" sz="2800" b="1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CAN</a:t>
            </a:r>
            <a:r>
              <a:rPr lang="zh-CN" altLang="en-US" sz="2800" b="1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通信报文解析</a:t>
            </a:r>
            <a:endParaRPr lang="zh-CN" altLang="en-US" sz="2800" b="1" dirty="0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28" name="iconfont-11790-5634312"/>
          <p:cNvSpPr>
            <a:spLocks noChangeAspect="1"/>
          </p:cNvSpPr>
          <p:nvPr/>
        </p:nvSpPr>
        <p:spPr bwMode="auto">
          <a:xfrm>
            <a:off x="2375531" y="187132"/>
            <a:ext cx="609525" cy="609685"/>
          </a:xfrm>
          <a:custGeom>
            <a:avLst/>
            <a:gdLst>
              <a:gd name="T0" fmla="*/ 3779 w 7964"/>
              <a:gd name="T1" fmla="*/ 2906 h 7964"/>
              <a:gd name="T2" fmla="*/ 2906 w 7964"/>
              <a:gd name="T3" fmla="*/ 3779 h 7964"/>
              <a:gd name="T4" fmla="*/ 3779 w 7964"/>
              <a:gd name="T5" fmla="*/ 4651 h 7964"/>
              <a:gd name="T6" fmla="*/ 4651 w 7964"/>
              <a:gd name="T7" fmla="*/ 3779 h 7964"/>
              <a:gd name="T8" fmla="*/ 3779 w 7964"/>
              <a:gd name="T9" fmla="*/ 2906 h 7964"/>
              <a:gd name="T10" fmla="*/ 4198 w 7964"/>
              <a:gd name="T11" fmla="*/ 3444 h 7964"/>
              <a:gd name="T12" fmla="*/ 3779 w 7964"/>
              <a:gd name="T13" fmla="*/ 3242 h 7964"/>
              <a:gd name="T14" fmla="*/ 3339 w 7964"/>
              <a:gd name="T15" fmla="*/ 3470 h 7964"/>
              <a:gd name="T16" fmla="*/ 3229 w 7964"/>
              <a:gd name="T17" fmla="*/ 3394 h 7964"/>
              <a:gd name="T18" fmla="*/ 3779 w 7964"/>
              <a:gd name="T19" fmla="*/ 3107 h 7964"/>
              <a:gd name="T20" fmla="*/ 4303 w 7964"/>
              <a:gd name="T21" fmla="*/ 3360 h 7964"/>
              <a:gd name="T22" fmla="*/ 4198 w 7964"/>
              <a:gd name="T23" fmla="*/ 3444 h 7964"/>
              <a:gd name="T24" fmla="*/ 7651 w 7964"/>
              <a:gd name="T25" fmla="*/ 2432 h 7964"/>
              <a:gd name="T26" fmla="*/ 6798 w 7964"/>
              <a:gd name="T27" fmla="*/ 1166 h 7964"/>
              <a:gd name="T28" fmla="*/ 5532 w 7964"/>
              <a:gd name="T29" fmla="*/ 313 h 7964"/>
              <a:gd name="T30" fmla="*/ 3982 w 7964"/>
              <a:gd name="T31" fmla="*/ 0 h 7964"/>
              <a:gd name="T32" fmla="*/ 2432 w 7964"/>
              <a:gd name="T33" fmla="*/ 313 h 7964"/>
              <a:gd name="T34" fmla="*/ 1166 w 7964"/>
              <a:gd name="T35" fmla="*/ 1166 h 7964"/>
              <a:gd name="T36" fmla="*/ 313 w 7964"/>
              <a:gd name="T37" fmla="*/ 2432 h 7964"/>
              <a:gd name="T38" fmla="*/ 0 w 7964"/>
              <a:gd name="T39" fmla="*/ 3982 h 7964"/>
              <a:gd name="T40" fmla="*/ 313 w 7964"/>
              <a:gd name="T41" fmla="*/ 5532 h 7964"/>
              <a:gd name="T42" fmla="*/ 1166 w 7964"/>
              <a:gd name="T43" fmla="*/ 6798 h 7964"/>
              <a:gd name="T44" fmla="*/ 2432 w 7964"/>
              <a:gd name="T45" fmla="*/ 7651 h 7964"/>
              <a:gd name="T46" fmla="*/ 3982 w 7964"/>
              <a:gd name="T47" fmla="*/ 7964 h 7964"/>
              <a:gd name="T48" fmla="*/ 5532 w 7964"/>
              <a:gd name="T49" fmla="*/ 7651 h 7964"/>
              <a:gd name="T50" fmla="*/ 6798 w 7964"/>
              <a:gd name="T51" fmla="*/ 6798 h 7964"/>
              <a:gd name="T52" fmla="*/ 7651 w 7964"/>
              <a:gd name="T53" fmla="*/ 5532 h 7964"/>
              <a:gd name="T54" fmla="*/ 7964 w 7964"/>
              <a:gd name="T55" fmla="*/ 3982 h 7964"/>
              <a:gd name="T56" fmla="*/ 7651 w 7964"/>
              <a:gd name="T57" fmla="*/ 2432 h 7964"/>
              <a:gd name="T58" fmla="*/ 5292 w 7964"/>
              <a:gd name="T59" fmla="*/ 5141 h 7964"/>
              <a:gd name="T60" fmla="*/ 5161 w 7964"/>
              <a:gd name="T61" fmla="*/ 5289 h 7964"/>
              <a:gd name="T62" fmla="*/ 4960 w 7964"/>
              <a:gd name="T63" fmla="*/ 5285 h 7964"/>
              <a:gd name="T64" fmla="*/ 4423 w 7964"/>
              <a:gd name="T65" fmla="*/ 4739 h 7964"/>
              <a:gd name="T66" fmla="*/ 4414 w 7964"/>
              <a:gd name="T67" fmla="*/ 4726 h 7964"/>
              <a:gd name="T68" fmla="*/ 3779 w 7964"/>
              <a:gd name="T69" fmla="*/ 4920 h 7964"/>
              <a:gd name="T70" fmla="*/ 2637 w 7964"/>
              <a:gd name="T71" fmla="*/ 3779 h 7964"/>
              <a:gd name="T72" fmla="*/ 3779 w 7964"/>
              <a:gd name="T73" fmla="*/ 2638 h 7964"/>
              <a:gd name="T74" fmla="*/ 4920 w 7964"/>
              <a:gd name="T75" fmla="*/ 3779 h 7964"/>
              <a:gd name="T76" fmla="*/ 4734 w 7964"/>
              <a:gd name="T77" fmla="*/ 4402 h 7964"/>
              <a:gd name="T78" fmla="*/ 4740 w 7964"/>
              <a:gd name="T79" fmla="*/ 4406 h 7964"/>
              <a:gd name="T80" fmla="*/ 5281 w 7964"/>
              <a:gd name="T81" fmla="*/ 4947 h 7964"/>
              <a:gd name="T82" fmla="*/ 5292 w 7964"/>
              <a:gd name="T83" fmla="*/ 5141 h 79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7964" h="7964">
                <a:moveTo>
                  <a:pt x="3779" y="2906"/>
                </a:moveTo>
                <a:cubicBezTo>
                  <a:pt x="3297" y="2906"/>
                  <a:pt x="2906" y="3297"/>
                  <a:pt x="2906" y="3779"/>
                </a:cubicBezTo>
                <a:cubicBezTo>
                  <a:pt x="2906" y="4260"/>
                  <a:pt x="3297" y="4651"/>
                  <a:pt x="3779" y="4651"/>
                </a:cubicBezTo>
                <a:cubicBezTo>
                  <a:pt x="4261" y="4651"/>
                  <a:pt x="4651" y="4260"/>
                  <a:pt x="4651" y="3779"/>
                </a:cubicBezTo>
                <a:cubicBezTo>
                  <a:pt x="4651" y="3297"/>
                  <a:pt x="4261" y="2906"/>
                  <a:pt x="3779" y="2906"/>
                </a:cubicBezTo>
                <a:close/>
                <a:moveTo>
                  <a:pt x="4198" y="3444"/>
                </a:moveTo>
                <a:cubicBezTo>
                  <a:pt x="4100" y="3321"/>
                  <a:pt x="3949" y="3242"/>
                  <a:pt x="3779" y="3242"/>
                </a:cubicBezTo>
                <a:cubicBezTo>
                  <a:pt x="3597" y="3242"/>
                  <a:pt x="3437" y="3332"/>
                  <a:pt x="3339" y="3470"/>
                </a:cubicBezTo>
                <a:lnTo>
                  <a:pt x="3229" y="3394"/>
                </a:lnTo>
                <a:cubicBezTo>
                  <a:pt x="3351" y="3221"/>
                  <a:pt x="3551" y="3107"/>
                  <a:pt x="3779" y="3107"/>
                </a:cubicBezTo>
                <a:cubicBezTo>
                  <a:pt x="3991" y="3107"/>
                  <a:pt x="4180" y="3206"/>
                  <a:pt x="4303" y="3360"/>
                </a:cubicBezTo>
                <a:lnTo>
                  <a:pt x="4198" y="3444"/>
                </a:lnTo>
                <a:close/>
                <a:moveTo>
                  <a:pt x="7651" y="2432"/>
                </a:moveTo>
                <a:cubicBezTo>
                  <a:pt x="7451" y="1958"/>
                  <a:pt x="7164" y="1532"/>
                  <a:pt x="6798" y="1166"/>
                </a:cubicBezTo>
                <a:cubicBezTo>
                  <a:pt x="6432" y="800"/>
                  <a:pt x="6006" y="513"/>
                  <a:pt x="5532" y="313"/>
                </a:cubicBezTo>
                <a:cubicBezTo>
                  <a:pt x="5041" y="105"/>
                  <a:pt x="4520" y="0"/>
                  <a:pt x="3982" y="0"/>
                </a:cubicBezTo>
                <a:cubicBezTo>
                  <a:pt x="3444" y="0"/>
                  <a:pt x="2923" y="105"/>
                  <a:pt x="2432" y="313"/>
                </a:cubicBezTo>
                <a:cubicBezTo>
                  <a:pt x="1958" y="513"/>
                  <a:pt x="1532" y="800"/>
                  <a:pt x="1166" y="1166"/>
                </a:cubicBezTo>
                <a:cubicBezTo>
                  <a:pt x="800" y="1532"/>
                  <a:pt x="513" y="1958"/>
                  <a:pt x="313" y="2432"/>
                </a:cubicBezTo>
                <a:cubicBezTo>
                  <a:pt x="105" y="2923"/>
                  <a:pt x="0" y="3444"/>
                  <a:pt x="0" y="3982"/>
                </a:cubicBezTo>
                <a:cubicBezTo>
                  <a:pt x="0" y="4520"/>
                  <a:pt x="105" y="5041"/>
                  <a:pt x="313" y="5532"/>
                </a:cubicBezTo>
                <a:cubicBezTo>
                  <a:pt x="513" y="6006"/>
                  <a:pt x="800" y="6432"/>
                  <a:pt x="1166" y="6798"/>
                </a:cubicBezTo>
                <a:cubicBezTo>
                  <a:pt x="1532" y="7164"/>
                  <a:pt x="1958" y="7451"/>
                  <a:pt x="2432" y="7651"/>
                </a:cubicBezTo>
                <a:cubicBezTo>
                  <a:pt x="2923" y="7859"/>
                  <a:pt x="3444" y="7964"/>
                  <a:pt x="3982" y="7964"/>
                </a:cubicBezTo>
                <a:cubicBezTo>
                  <a:pt x="4520" y="7964"/>
                  <a:pt x="5041" y="7859"/>
                  <a:pt x="5532" y="7651"/>
                </a:cubicBezTo>
                <a:cubicBezTo>
                  <a:pt x="6006" y="7451"/>
                  <a:pt x="6432" y="7164"/>
                  <a:pt x="6798" y="6798"/>
                </a:cubicBezTo>
                <a:cubicBezTo>
                  <a:pt x="7164" y="6432"/>
                  <a:pt x="7451" y="6006"/>
                  <a:pt x="7651" y="5532"/>
                </a:cubicBezTo>
                <a:cubicBezTo>
                  <a:pt x="7859" y="5041"/>
                  <a:pt x="7964" y="4520"/>
                  <a:pt x="7964" y="3982"/>
                </a:cubicBezTo>
                <a:cubicBezTo>
                  <a:pt x="7964" y="3444"/>
                  <a:pt x="7859" y="2923"/>
                  <a:pt x="7651" y="2432"/>
                </a:cubicBezTo>
                <a:close/>
                <a:moveTo>
                  <a:pt x="5292" y="5141"/>
                </a:moveTo>
                <a:lnTo>
                  <a:pt x="5161" y="5289"/>
                </a:lnTo>
                <a:cubicBezTo>
                  <a:pt x="5109" y="5342"/>
                  <a:pt x="5013" y="5337"/>
                  <a:pt x="4960" y="5285"/>
                </a:cubicBezTo>
                <a:lnTo>
                  <a:pt x="4423" y="4739"/>
                </a:lnTo>
                <a:cubicBezTo>
                  <a:pt x="4419" y="4736"/>
                  <a:pt x="4417" y="4730"/>
                  <a:pt x="4414" y="4726"/>
                </a:cubicBezTo>
                <a:cubicBezTo>
                  <a:pt x="4232" y="4848"/>
                  <a:pt x="4014" y="4920"/>
                  <a:pt x="3779" y="4920"/>
                </a:cubicBezTo>
                <a:cubicBezTo>
                  <a:pt x="3148" y="4920"/>
                  <a:pt x="2637" y="4409"/>
                  <a:pt x="2637" y="3779"/>
                </a:cubicBezTo>
                <a:cubicBezTo>
                  <a:pt x="2637" y="3148"/>
                  <a:pt x="3148" y="2638"/>
                  <a:pt x="3779" y="2638"/>
                </a:cubicBezTo>
                <a:cubicBezTo>
                  <a:pt x="4409" y="2638"/>
                  <a:pt x="4920" y="3148"/>
                  <a:pt x="4920" y="3779"/>
                </a:cubicBezTo>
                <a:cubicBezTo>
                  <a:pt x="4920" y="4009"/>
                  <a:pt x="4851" y="4223"/>
                  <a:pt x="4734" y="4402"/>
                </a:cubicBezTo>
                <a:cubicBezTo>
                  <a:pt x="4736" y="4404"/>
                  <a:pt x="4738" y="4404"/>
                  <a:pt x="4740" y="4406"/>
                </a:cubicBezTo>
                <a:lnTo>
                  <a:pt x="5281" y="4947"/>
                </a:lnTo>
                <a:cubicBezTo>
                  <a:pt x="5334" y="5000"/>
                  <a:pt x="5345" y="5089"/>
                  <a:pt x="5292" y="514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46451" y="1767527"/>
            <a:ext cx="7366093" cy="41982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/>
              <a:t>CAN</a:t>
            </a:r>
            <a:r>
              <a:rPr lang="zh-CN" altLang="en-US" sz="2000" dirty="0"/>
              <a:t>通信报文解析，具有两种方式：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en-US" altLang="zh-CN" sz="2000" dirty="0"/>
              <a:t>1</a:t>
            </a:r>
            <a:r>
              <a:rPr lang="zh-CN" altLang="en-US" sz="2000" dirty="0"/>
              <a:t>、直接通过</a:t>
            </a:r>
            <a:r>
              <a:rPr lang="en-US" altLang="zh-CN" sz="2000" dirty="0"/>
              <a:t>CAN</a:t>
            </a:r>
            <a:r>
              <a:rPr lang="zh-CN" altLang="en-US" sz="2000" dirty="0"/>
              <a:t>卡连接采集数据，使用</a:t>
            </a:r>
            <a:r>
              <a:rPr lang="en-US" altLang="zh-CN" sz="2000" dirty="0"/>
              <a:t>ZCANPRO</a:t>
            </a:r>
            <a:r>
              <a:rPr lang="zh-CN" altLang="en-US" sz="2000" dirty="0"/>
              <a:t>等上位机程序查看</a:t>
            </a:r>
            <a:r>
              <a:rPr lang="en-US" altLang="zh-CN" sz="2000" dirty="0"/>
              <a:t>CAN</a:t>
            </a:r>
            <a:r>
              <a:rPr lang="zh-CN" altLang="en-US" sz="2000" dirty="0"/>
              <a:t>帧的数据，直接对收发数据是否存在格式错误等问题进行排查；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en-US" altLang="zh-CN" sz="2000" dirty="0"/>
              <a:t>2</a:t>
            </a:r>
            <a:r>
              <a:rPr lang="zh-CN" altLang="en-US" sz="2000" dirty="0"/>
              <a:t>、通过</a:t>
            </a:r>
            <a:r>
              <a:rPr lang="en-US" altLang="zh-CN" sz="2000" dirty="0"/>
              <a:t>CAN</a:t>
            </a:r>
            <a:r>
              <a:rPr lang="zh-CN" altLang="en-US" sz="2000" dirty="0"/>
              <a:t>卡采集记录</a:t>
            </a:r>
            <a:r>
              <a:rPr lang="en-US" altLang="zh-CN" sz="2000" dirty="0"/>
              <a:t>CAN</a:t>
            </a:r>
            <a:r>
              <a:rPr lang="zh-CN" altLang="en-US" sz="2000" dirty="0"/>
              <a:t>帧报文然后保存导出</a:t>
            </a:r>
            <a:r>
              <a:rPr lang="en-US" altLang="zh-CN" sz="2000" dirty="0"/>
              <a:t>.</a:t>
            </a:r>
            <a:r>
              <a:rPr lang="en-US" altLang="zh-CN" sz="2000" dirty="0" err="1"/>
              <a:t>asc</a:t>
            </a:r>
            <a:r>
              <a:rPr lang="zh-CN" altLang="en-US" sz="2000" dirty="0"/>
              <a:t>文件，将该格式文件导入</a:t>
            </a:r>
            <a:r>
              <a:rPr lang="en-US" altLang="zh-CN" sz="2000" dirty="0" err="1"/>
              <a:t>CANoe</a:t>
            </a:r>
            <a:r>
              <a:rPr lang="zh-CN" altLang="en-US" sz="2000" dirty="0"/>
              <a:t>中，使用波形分析，可以判断控制逻辑以及波形变化是否正常。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en-US" altLang="zh-CN" sz="2000" dirty="0"/>
              <a:t>         </a:t>
            </a:r>
            <a:r>
              <a:rPr lang="zh-CN" altLang="en-US" sz="2000" dirty="0"/>
              <a:t>上述两种分析，都需要</a:t>
            </a:r>
            <a:r>
              <a:rPr lang="en-US" altLang="zh-CN" sz="2000" dirty="0"/>
              <a:t>.</a:t>
            </a:r>
            <a:r>
              <a:rPr lang="en-US" altLang="zh-CN" sz="2000" dirty="0" err="1"/>
              <a:t>dbc</a:t>
            </a:r>
            <a:r>
              <a:rPr lang="zh-CN" altLang="en-US" sz="2000" dirty="0"/>
              <a:t>文件作为辅助分析文件，该文件定义了</a:t>
            </a:r>
            <a:r>
              <a:rPr lang="en-US" altLang="zh-CN" sz="2000" dirty="0"/>
              <a:t>CAN</a:t>
            </a:r>
            <a:r>
              <a:rPr lang="zh-CN" altLang="en-US" sz="2000" dirty="0"/>
              <a:t>帧协议的各种数据格式以及定义信息。</a:t>
            </a:r>
            <a:endParaRPr lang="en-US" altLang="zh-CN" sz="20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566" y="140834"/>
            <a:ext cx="2158091" cy="78717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795020" y="965835"/>
            <a:ext cx="7644130" cy="54165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zh-CN" altLang="en-US" sz="2400" dirty="0"/>
              <a:t>根据通信协议，通过</a:t>
            </a:r>
            <a:r>
              <a:rPr lang="en-US" altLang="zh-CN" sz="2400" dirty="0" err="1"/>
              <a:t>db</a:t>
            </a:r>
            <a:r>
              <a:rPr lang="en-US" altLang="zh-CN" sz="2400" dirty="0"/>
              <a:t>++</a:t>
            </a:r>
            <a:r>
              <a:rPr lang="zh-CN" altLang="en-US" sz="2400" dirty="0"/>
              <a:t>软件来编写</a:t>
            </a:r>
            <a:r>
              <a:rPr lang="en-US" altLang="zh-CN" sz="2400" dirty="0"/>
              <a:t>DBC</a:t>
            </a:r>
            <a:r>
              <a:rPr lang="zh-CN" altLang="en-US" sz="2400" dirty="0"/>
              <a:t>文件。</a:t>
            </a:r>
            <a:endParaRPr lang="zh-CN" altLang="en-US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3152709" y="272899"/>
            <a:ext cx="3268639" cy="43088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CN" sz="2800" b="1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CAN</a:t>
            </a:r>
            <a:r>
              <a:rPr lang="zh-CN" altLang="en-US" sz="2800" b="1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通信报文解析</a:t>
            </a:r>
            <a:endParaRPr lang="zh-CN" altLang="en-US" sz="2800" b="1" dirty="0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10" name="iconfont-11790-5634312"/>
          <p:cNvSpPr>
            <a:spLocks noChangeAspect="1"/>
          </p:cNvSpPr>
          <p:nvPr/>
        </p:nvSpPr>
        <p:spPr bwMode="auto">
          <a:xfrm>
            <a:off x="2375531" y="187132"/>
            <a:ext cx="609525" cy="609685"/>
          </a:xfrm>
          <a:custGeom>
            <a:avLst/>
            <a:gdLst>
              <a:gd name="T0" fmla="*/ 3779 w 7964"/>
              <a:gd name="T1" fmla="*/ 2906 h 7964"/>
              <a:gd name="T2" fmla="*/ 2906 w 7964"/>
              <a:gd name="T3" fmla="*/ 3779 h 7964"/>
              <a:gd name="T4" fmla="*/ 3779 w 7964"/>
              <a:gd name="T5" fmla="*/ 4651 h 7964"/>
              <a:gd name="T6" fmla="*/ 4651 w 7964"/>
              <a:gd name="T7" fmla="*/ 3779 h 7964"/>
              <a:gd name="T8" fmla="*/ 3779 w 7964"/>
              <a:gd name="T9" fmla="*/ 2906 h 7964"/>
              <a:gd name="T10" fmla="*/ 4198 w 7964"/>
              <a:gd name="T11" fmla="*/ 3444 h 7964"/>
              <a:gd name="T12" fmla="*/ 3779 w 7964"/>
              <a:gd name="T13" fmla="*/ 3242 h 7964"/>
              <a:gd name="T14" fmla="*/ 3339 w 7964"/>
              <a:gd name="T15" fmla="*/ 3470 h 7964"/>
              <a:gd name="T16" fmla="*/ 3229 w 7964"/>
              <a:gd name="T17" fmla="*/ 3394 h 7964"/>
              <a:gd name="T18" fmla="*/ 3779 w 7964"/>
              <a:gd name="T19" fmla="*/ 3107 h 7964"/>
              <a:gd name="T20" fmla="*/ 4303 w 7964"/>
              <a:gd name="T21" fmla="*/ 3360 h 7964"/>
              <a:gd name="T22" fmla="*/ 4198 w 7964"/>
              <a:gd name="T23" fmla="*/ 3444 h 7964"/>
              <a:gd name="T24" fmla="*/ 7651 w 7964"/>
              <a:gd name="T25" fmla="*/ 2432 h 7964"/>
              <a:gd name="T26" fmla="*/ 6798 w 7964"/>
              <a:gd name="T27" fmla="*/ 1166 h 7964"/>
              <a:gd name="T28" fmla="*/ 5532 w 7964"/>
              <a:gd name="T29" fmla="*/ 313 h 7964"/>
              <a:gd name="T30" fmla="*/ 3982 w 7964"/>
              <a:gd name="T31" fmla="*/ 0 h 7964"/>
              <a:gd name="T32" fmla="*/ 2432 w 7964"/>
              <a:gd name="T33" fmla="*/ 313 h 7964"/>
              <a:gd name="T34" fmla="*/ 1166 w 7964"/>
              <a:gd name="T35" fmla="*/ 1166 h 7964"/>
              <a:gd name="T36" fmla="*/ 313 w 7964"/>
              <a:gd name="T37" fmla="*/ 2432 h 7964"/>
              <a:gd name="T38" fmla="*/ 0 w 7964"/>
              <a:gd name="T39" fmla="*/ 3982 h 7964"/>
              <a:gd name="T40" fmla="*/ 313 w 7964"/>
              <a:gd name="T41" fmla="*/ 5532 h 7964"/>
              <a:gd name="T42" fmla="*/ 1166 w 7964"/>
              <a:gd name="T43" fmla="*/ 6798 h 7964"/>
              <a:gd name="T44" fmla="*/ 2432 w 7964"/>
              <a:gd name="T45" fmla="*/ 7651 h 7964"/>
              <a:gd name="T46" fmla="*/ 3982 w 7964"/>
              <a:gd name="T47" fmla="*/ 7964 h 7964"/>
              <a:gd name="T48" fmla="*/ 5532 w 7964"/>
              <a:gd name="T49" fmla="*/ 7651 h 7964"/>
              <a:gd name="T50" fmla="*/ 6798 w 7964"/>
              <a:gd name="T51" fmla="*/ 6798 h 7964"/>
              <a:gd name="T52" fmla="*/ 7651 w 7964"/>
              <a:gd name="T53" fmla="*/ 5532 h 7964"/>
              <a:gd name="T54" fmla="*/ 7964 w 7964"/>
              <a:gd name="T55" fmla="*/ 3982 h 7964"/>
              <a:gd name="T56" fmla="*/ 7651 w 7964"/>
              <a:gd name="T57" fmla="*/ 2432 h 7964"/>
              <a:gd name="T58" fmla="*/ 5292 w 7964"/>
              <a:gd name="T59" fmla="*/ 5141 h 7964"/>
              <a:gd name="T60" fmla="*/ 5161 w 7964"/>
              <a:gd name="T61" fmla="*/ 5289 h 7964"/>
              <a:gd name="T62" fmla="*/ 4960 w 7964"/>
              <a:gd name="T63" fmla="*/ 5285 h 7964"/>
              <a:gd name="T64" fmla="*/ 4423 w 7964"/>
              <a:gd name="T65" fmla="*/ 4739 h 7964"/>
              <a:gd name="T66" fmla="*/ 4414 w 7964"/>
              <a:gd name="T67" fmla="*/ 4726 h 7964"/>
              <a:gd name="T68" fmla="*/ 3779 w 7964"/>
              <a:gd name="T69" fmla="*/ 4920 h 7964"/>
              <a:gd name="T70" fmla="*/ 2637 w 7964"/>
              <a:gd name="T71" fmla="*/ 3779 h 7964"/>
              <a:gd name="T72" fmla="*/ 3779 w 7964"/>
              <a:gd name="T73" fmla="*/ 2638 h 7964"/>
              <a:gd name="T74" fmla="*/ 4920 w 7964"/>
              <a:gd name="T75" fmla="*/ 3779 h 7964"/>
              <a:gd name="T76" fmla="*/ 4734 w 7964"/>
              <a:gd name="T77" fmla="*/ 4402 h 7964"/>
              <a:gd name="T78" fmla="*/ 4740 w 7964"/>
              <a:gd name="T79" fmla="*/ 4406 h 7964"/>
              <a:gd name="T80" fmla="*/ 5281 w 7964"/>
              <a:gd name="T81" fmla="*/ 4947 h 7964"/>
              <a:gd name="T82" fmla="*/ 5292 w 7964"/>
              <a:gd name="T83" fmla="*/ 5141 h 79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7964" h="7964">
                <a:moveTo>
                  <a:pt x="3779" y="2906"/>
                </a:moveTo>
                <a:cubicBezTo>
                  <a:pt x="3297" y="2906"/>
                  <a:pt x="2906" y="3297"/>
                  <a:pt x="2906" y="3779"/>
                </a:cubicBezTo>
                <a:cubicBezTo>
                  <a:pt x="2906" y="4260"/>
                  <a:pt x="3297" y="4651"/>
                  <a:pt x="3779" y="4651"/>
                </a:cubicBezTo>
                <a:cubicBezTo>
                  <a:pt x="4261" y="4651"/>
                  <a:pt x="4651" y="4260"/>
                  <a:pt x="4651" y="3779"/>
                </a:cubicBezTo>
                <a:cubicBezTo>
                  <a:pt x="4651" y="3297"/>
                  <a:pt x="4261" y="2906"/>
                  <a:pt x="3779" y="2906"/>
                </a:cubicBezTo>
                <a:close/>
                <a:moveTo>
                  <a:pt x="4198" y="3444"/>
                </a:moveTo>
                <a:cubicBezTo>
                  <a:pt x="4100" y="3321"/>
                  <a:pt x="3949" y="3242"/>
                  <a:pt x="3779" y="3242"/>
                </a:cubicBezTo>
                <a:cubicBezTo>
                  <a:pt x="3597" y="3242"/>
                  <a:pt x="3437" y="3332"/>
                  <a:pt x="3339" y="3470"/>
                </a:cubicBezTo>
                <a:lnTo>
                  <a:pt x="3229" y="3394"/>
                </a:lnTo>
                <a:cubicBezTo>
                  <a:pt x="3351" y="3221"/>
                  <a:pt x="3551" y="3107"/>
                  <a:pt x="3779" y="3107"/>
                </a:cubicBezTo>
                <a:cubicBezTo>
                  <a:pt x="3991" y="3107"/>
                  <a:pt x="4180" y="3206"/>
                  <a:pt x="4303" y="3360"/>
                </a:cubicBezTo>
                <a:lnTo>
                  <a:pt x="4198" y="3444"/>
                </a:lnTo>
                <a:close/>
                <a:moveTo>
                  <a:pt x="7651" y="2432"/>
                </a:moveTo>
                <a:cubicBezTo>
                  <a:pt x="7451" y="1958"/>
                  <a:pt x="7164" y="1532"/>
                  <a:pt x="6798" y="1166"/>
                </a:cubicBezTo>
                <a:cubicBezTo>
                  <a:pt x="6432" y="800"/>
                  <a:pt x="6006" y="513"/>
                  <a:pt x="5532" y="313"/>
                </a:cubicBezTo>
                <a:cubicBezTo>
                  <a:pt x="5041" y="105"/>
                  <a:pt x="4520" y="0"/>
                  <a:pt x="3982" y="0"/>
                </a:cubicBezTo>
                <a:cubicBezTo>
                  <a:pt x="3444" y="0"/>
                  <a:pt x="2923" y="105"/>
                  <a:pt x="2432" y="313"/>
                </a:cubicBezTo>
                <a:cubicBezTo>
                  <a:pt x="1958" y="513"/>
                  <a:pt x="1532" y="800"/>
                  <a:pt x="1166" y="1166"/>
                </a:cubicBezTo>
                <a:cubicBezTo>
                  <a:pt x="800" y="1532"/>
                  <a:pt x="513" y="1958"/>
                  <a:pt x="313" y="2432"/>
                </a:cubicBezTo>
                <a:cubicBezTo>
                  <a:pt x="105" y="2923"/>
                  <a:pt x="0" y="3444"/>
                  <a:pt x="0" y="3982"/>
                </a:cubicBezTo>
                <a:cubicBezTo>
                  <a:pt x="0" y="4520"/>
                  <a:pt x="105" y="5041"/>
                  <a:pt x="313" y="5532"/>
                </a:cubicBezTo>
                <a:cubicBezTo>
                  <a:pt x="513" y="6006"/>
                  <a:pt x="800" y="6432"/>
                  <a:pt x="1166" y="6798"/>
                </a:cubicBezTo>
                <a:cubicBezTo>
                  <a:pt x="1532" y="7164"/>
                  <a:pt x="1958" y="7451"/>
                  <a:pt x="2432" y="7651"/>
                </a:cubicBezTo>
                <a:cubicBezTo>
                  <a:pt x="2923" y="7859"/>
                  <a:pt x="3444" y="7964"/>
                  <a:pt x="3982" y="7964"/>
                </a:cubicBezTo>
                <a:cubicBezTo>
                  <a:pt x="4520" y="7964"/>
                  <a:pt x="5041" y="7859"/>
                  <a:pt x="5532" y="7651"/>
                </a:cubicBezTo>
                <a:cubicBezTo>
                  <a:pt x="6006" y="7451"/>
                  <a:pt x="6432" y="7164"/>
                  <a:pt x="6798" y="6798"/>
                </a:cubicBezTo>
                <a:cubicBezTo>
                  <a:pt x="7164" y="6432"/>
                  <a:pt x="7451" y="6006"/>
                  <a:pt x="7651" y="5532"/>
                </a:cubicBezTo>
                <a:cubicBezTo>
                  <a:pt x="7859" y="5041"/>
                  <a:pt x="7964" y="4520"/>
                  <a:pt x="7964" y="3982"/>
                </a:cubicBezTo>
                <a:cubicBezTo>
                  <a:pt x="7964" y="3444"/>
                  <a:pt x="7859" y="2923"/>
                  <a:pt x="7651" y="2432"/>
                </a:cubicBezTo>
                <a:close/>
                <a:moveTo>
                  <a:pt x="5292" y="5141"/>
                </a:moveTo>
                <a:lnTo>
                  <a:pt x="5161" y="5289"/>
                </a:lnTo>
                <a:cubicBezTo>
                  <a:pt x="5109" y="5342"/>
                  <a:pt x="5013" y="5337"/>
                  <a:pt x="4960" y="5285"/>
                </a:cubicBezTo>
                <a:lnTo>
                  <a:pt x="4423" y="4739"/>
                </a:lnTo>
                <a:cubicBezTo>
                  <a:pt x="4419" y="4736"/>
                  <a:pt x="4417" y="4730"/>
                  <a:pt x="4414" y="4726"/>
                </a:cubicBezTo>
                <a:cubicBezTo>
                  <a:pt x="4232" y="4848"/>
                  <a:pt x="4014" y="4920"/>
                  <a:pt x="3779" y="4920"/>
                </a:cubicBezTo>
                <a:cubicBezTo>
                  <a:pt x="3148" y="4920"/>
                  <a:pt x="2637" y="4409"/>
                  <a:pt x="2637" y="3779"/>
                </a:cubicBezTo>
                <a:cubicBezTo>
                  <a:pt x="2637" y="3148"/>
                  <a:pt x="3148" y="2638"/>
                  <a:pt x="3779" y="2638"/>
                </a:cubicBezTo>
                <a:cubicBezTo>
                  <a:pt x="4409" y="2638"/>
                  <a:pt x="4920" y="3148"/>
                  <a:pt x="4920" y="3779"/>
                </a:cubicBezTo>
                <a:cubicBezTo>
                  <a:pt x="4920" y="4009"/>
                  <a:pt x="4851" y="4223"/>
                  <a:pt x="4734" y="4402"/>
                </a:cubicBezTo>
                <a:cubicBezTo>
                  <a:pt x="4736" y="4404"/>
                  <a:pt x="4738" y="4404"/>
                  <a:pt x="4740" y="4406"/>
                </a:cubicBezTo>
                <a:lnTo>
                  <a:pt x="5281" y="4947"/>
                </a:lnTo>
                <a:cubicBezTo>
                  <a:pt x="5334" y="5000"/>
                  <a:pt x="5345" y="5089"/>
                  <a:pt x="5292" y="514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566" y="140834"/>
            <a:ext cx="2158091" cy="787173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4090" y="1372235"/>
            <a:ext cx="7703185" cy="4858385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242394" y="839628"/>
            <a:ext cx="11470898" cy="587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将</a:t>
            </a:r>
            <a:r>
              <a:rPr lang="en-US" altLang="zh-CN" sz="2400" dirty="0"/>
              <a:t>DBC</a:t>
            </a:r>
            <a:r>
              <a:rPr lang="zh-CN" altLang="en-US" sz="2400" dirty="0"/>
              <a:t>文件和采集到的报文文件（</a:t>
            </a:r>
            <a:r>
              <a:rPr lang="en-US" altLang="zh-CN" sz="2400" dirty="0"/>
              <a:t>.</a:t>
            </a:r>
            <a:r>
              <a:rPr lang="en-US" altLang="zh-CN" sz="2400" dirty="0" err="1"/>
              <a:t>asc</a:t>
            </a:r>
            <a:r>
              <a:rPr lang="zh-CN" altLang="en-US" sz="2400" dirty="0"/>
              <a:t>文件）导入到</a:t>
            </a:r>
            <a:r>
              <a:rPr lang="en-US" altLang="zh-CN" sz="2400" dirty="0" err="1"/>
              <a:t>CANoe</a:t>
            </a:r>
            <a:r>
              <a:rPr lang="zh-CN" altLang="en-US" sz="2400" dirty="0"/>
              <a:t>中进行报文解析。</a:t>
            </a:r>
            <a:endParaRPr lang="en-US" altLang="zh-CN" sz="2400" dirty="0"/>
          </a:p>
        </p:txBody>
      </p:sp>
      <p:sp>
        <p:nvSpPr>
          <p:cNvPr id="10" name="TextBox 8"/>
          <p:cNvSpPr txBox="1"/>
          <p:nvPr/>
        </p:nvSpPr>
        <p:spPr>
          <a:xfrm>
            <a:off x="3152709" y="272899"/>
            <a:ext cx="3268639" cy="43088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CN" sz="2800" b="1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CAN</a:t>
            </a:r>
            <a:r>
              <a:rPr lang="zh-CN" altLang="en-US" sz="2800" b="1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通信报文解析</a:t>
            </a:r>
            <a:endParaRPr lang="zh-CN" altLang="en-US" sz="2800" b="1" dirty="0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11" name="iconfont-11790-5634312"/>
          <p:cNvSpPr>
            <a:spLocks noChangeAspect="1"/>
          </p:cNvSpPr>
          <p:nvPr/>
        </p:nvSpPr>
        <p:spPr bwMode="auto">
          <a:xfrm>
            <a:off x="2375531" y="187132"/>
            <a:ext cx="609525" cy="609685"/>
          </a:xfrm>
          <a:custGeom>
            <a:avLst/>
            <a:gdLst>
              <a:gd name="T0" fmla="*/ 3779 w 7964"/>
              <a:gd name="T1" fmla="*/ 2906 h 7964"/>
              <a:gd name="T2" fmla="*/ 2906 w 7964"/>
              <a:gd name="T3" fmla="*/ 3779 h 7964"/>
              <a:gd name="T4" fmla="*/ 3779 w 7964"/>
              <a:gd name="T5" fmla="*/ 4651 h 7964"/>
              <a:gd name="T6" fmla="*/ 4651 w 7964"/>
              <a:gd name="T7" fmla="*/ 3779 h 7964"/>
              <a:gd name="T8" fmla="*/ 3779 w 7964"/>
              <a:gd name="T9" fmla="*/ 2906 h 7964"/>
              <a:gd name="T10" fmla="*/ 4198 w 7964"/>
              <a:gd name="T11" fmla="*/ 3444 h 7964"/>
              <a:gd name="T12" fmla="*/ 3779 w 7964"/>
              <a:gd name="T13" fmla="*/ 3242 h 7964"/>
              <a:gd name="T14" fmla="*/ 3339 w 7964"/>
              <a:gd name="T15" fmla="*/ 3470 h 7964"/>
              <a:gd name="T16" fmla="*/ 3229 w 7964"/>
              <a:gd name="T17" fmla="*/ 3394 h 7964"/>
              <a:gd name="T18" fmla="*/ 3779 w 7964"/>
              <a:gd name="T19" fmla="*/ 3107 h 7964"/>
              <a:gd name="T20" fmla="*/ 4303 w 7964"/>
              <a:gd name="T21" fmla="*/ 3360 h 7964"/>
              <a:gd name="T22" fmla="*/ 4198 w 7964"/>
              <a:gd name="T23" fmla="*/ 3444 h 7964"/>
              <a:gd name="T24" fmla="*/ 7651 w 7964"/>
              <a:gd name="T25" fmla="*/ 2432 h 7964"/>
              <a:gd name="T26" fmla="*/ 6798 w 7964"/>
              <a:gd name="T27" fmla="*/ 1166 h 7964"/>
              <a:gd name="T28" fmla="*/ 5532 w 7964"/>
              <a:gd name="T29" fmla="*/ 313 h 7964"/>
              <a:gd name="T30" fmla="*/ 3982 w 7964"/>
              <a:gd name="T31" fmla="*/ 0 h 7964"/>
              <a:gd name="T32" fmla="*/ 2432 w 7964"/>
              <a:gd name="T33" fmla="*/ 313 h 7964"/>
              <a:gd name="T34" fmla="*/ 1166 w 7964"/>
              <a:gd name="T35" fmla="*/ 1166 h 7964"/>
              <a:gd name="T36" fmla="*/ 313 w 7964"/>
              <a:gd name="T37" fmla="*/ 2432 h 7964"/>
              <a:gd name="T38" fmla="*/ 0 w 7964"/>
              <a:gd name="T39" fmla="*/ 3982 h 7964"/>
              <a:gd name="T40" fmla="*/ 313 w 7964"/>
              <a:gd name="T41" fmla="*/ 5532 h 7964"/>
              <a:gd name="T42" fmla="*/ 1166 w 7964"/>
              <a:gd name="T43" fmla="*/ 6798 h 7964"/>
              <a:gd name="T44" fmla="*/ 2432 w 7964"/>
              <a:gd name="T45" fmla="*/ 7651 h 7964"/>
              <a:gd name="T46" fmla="*/ 3982 w 7964"/>
              <a:gd name="T47" fmla="*/ 7964 h 7964"/>
              <a:gd name="T48" fmla="*/ 5532 w 7964"/>
              <a:gd name="T49" fmla="*/ 7651 h 7964"/>
              <a:gd name="T50" fmla="*/ 6798 w 7964"/>
              <a:gd name="T51" fmla="*/ 6798 h 7964"/>
              <a:gd name="T52" fmla="*/ 7651 w 7964"/>
              <a:gd name="T53" fmla="*/ 5532 h 7964"/>
              <a:gd name="T54" fmla="*/ 7964 w 7964"/>
              <a:gd name="T55" fmla="*/ 3982 h 7964"/>
              <a:gd name="T56" fmla="*/ 7651 w 7964"/>
              <a:gd name="T57" fmla="*/ 2432 h 7964"/>
              <a:gd name="T58" fmla="*/ 5292 w 7964"/>
              <a:gd name="T59" fmla="*/ 5141 h 7964"/>
              <a:gd name="T60" fmla="*/ 5161 w 7964"/>
              <a:gd name="T61" fmla="*/ 5289 h 7964"/>
              <a:gd name="T62" fmla="*/ 4960 w 7964"/>
              <a:gd name="T63" fmla="*/ 5285 h 7964"/>
              <a:gd name="T64" fmla="*/ 4423 w 7964"/>
              <a:gd name="T65" fmla="*/ 4739 h 7964"/>
              <a:gd name="T66" fmla="*/ 4414 w 7964"/>
              <a:gd name="T67" fmla="*/ 4726 h 7964"/>
              <a:gd name="T68" fmla="*/ 3779 w 7964"/>
              <a:gd name="T69" fmla="*/ 4920 h 7964"/>
              <a:gd name="T70" fmla="*/ 2637 w 7964"/>
              <a:gd name="T71" fmla="*/ 3779 h 7964"/>
              <a:gd name="T72" fmla="*/ 3779 w 7964"/>
              <a:gd name="T73" fmla="*/ 2638 h 7964"/>
              <a:gd name="T74" fmla="*/ 4920 w 7964"/>
              <a:gd name="T75" fmla="*/ 3779 h 7964"/>
              <a:gd name="T76" fmla="*/ 4734 w 7964"/>
              <a:gd name="T77" fmla="*/ 4402 h 7964"/>
              <a:gd name="T78" fmla="*/ 4740 w 7964"/>
              <a:gd name="T79" fmla="*/ 4406 h 7964"/>
              <a:gd name="T80" fmla="*/ 5281 w 7964"/>
              <a:gd name="T81" fmla="*/ 4947 h 7964"/>
              <a:gd name="T82" fmla="*/ 5292 w 7964"/>
              <a:gd name="T83" fmla="*/ 5141 h 79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7964" h="7964">
                <a:moveTo>
                  <a:pt x="3779" y="2906"/>
                </a:moveTo>
                <a:cubicBezTo>
                  <a:pt x="3297" y="2906"/>
                  <a:pt x="2906" y="3297"/>
                  <a:pt x="2906" y="3779"/>
                </a:cubicBezTo>
                <a:cubicBezTo>
                  <a:pt x="2906" y="4260"/>
                  <a:pt x="3297" y="4651"/>
                  <a:pt x="3779" y="4651"/>
                </a:cubicBezTo>
                <a:cubicBezTo>
                  <a:pt x="4261" y="4651"/>
                  <a:pt x="4651" y="4260"/>
                  <a:pt x="4651" y="3779"/>
                </a:cubicBezTo>
                <a:cubicBezTo>
                  <a:pt x="4651" y="3297"/>
                  <a:pt x="4261" y="2906"/>
                  <a:pt x="3779" y="2906"/>
                </a:cubicBezTo>
                <a:close/>
                <a:moveTo>
                  <a:pt x="4198" y="3444"/>
                </a:moveTo>
                <a:cubicBezTo>
                  <a:pt x="4100" y="3321"/>
                  <a:pt x="3949" y="3242"/>
                  <a:pt x="3779" y="3242"/>
                </a:cubicBezTo>
                <a:cubicBezTo>
                  <a:pt x="3597" y="3242"/>
                  <a:pt x="3437" y="3332"/>
                  <a:pt x="3339" y="3470"/>
                </a:cubicBezTo>
                <a:lnTo>
                  <a:pt x="3229" y="3394"/>
                </a:lnTo>
                <a:cubicBezTo>
                  <a:pt x="3351" y="3221"/>
                  <a:pt x="3551" y="3107"/>
                  <a:pt x="3779" y="3107"/>
                </a:cubicBezTo>
                <a:cubicBezTo>
                  <a:pt x="3991" y="3107"/>
                  <a:pt x="4180" y="3206"/>
                  <a:pt x="4303" y="3360"/>
                </a:cubicBezTo>
                <a:lnTo>
                  <a:pt x="4198" y="3444"/>
                </a:lnTo>
                <a:close/>
                <a:moveTo>
                  <a:pt x="7651" y="2432"/>
                </a:moveTo>
                <a:cubicBezTo>
                  <a:pt x="7451" y="1958"/>
                  <a:pt x="7164" y="1532"/>
                  <a:pt x="6798" y="1166"/>
                </a:cubicBezTo>
                <a:cubicBezTo>
                  <a:pt x="6432" y="800"/>
                  <a:pt x="6006" y="513"/>
                  <a:pt x="5532" y="313"/>
                </a:cubicBezTo>
                <a:cubicBezTo>
                  <a:pt x="5041" y="105"/>
                  <a:pt x="4520" y="0"/>
                  <a:pt x="3982" y="0"/>
                </a:cubicBezTo>
                <a:cubicBezTo>
                  <a:pt x="3444" y="0"/>
                  <a:pt x="2923" y="105"/>
                  <a:pt x="2432" y="313"/>
                </a:cubicBezTo>
                <a:cubicBezTo>
                  <a:pt x="1958" y="513"/>
                  <a:pt x="1532" y="800"/>
                  <a:pt x="1166" y="1166"/>
                </a:cubicBezTo>
                <a:cubicBezTo>
                  <a:pt x="800" y="1532"/>
                  <a:pt x="513" y="1958"/>
                  <a:pt x="313" y="2432"/>
                </a:cubicBezTo>
                <a:cubicBezTo>
                  <a:pt x="105" y="2923"/>
                  <a:pt x="0" y="3444"/>
                  <a:pt x="0" y="3982"/>
                </a:cubicBezTo>
                <a:cubicBezTo>
                  <a:pt x="0" y="4520"/>
                  <a:pt x="105" y="5041"/>
                  <a:pt x="313" y="5532"/>
                </a:cubicBezTo>
                <a:cubicBezTo>
                  <a:pt x="513" y="6006"/>
                  <a:pt x="800" y="6432"/>
                  <a:pt x="1166" y="6798"/>
                </a:cubicBezTo>
                <a:cubicBezTo>
                  <a:pt x="1532" y="7164"/>
                  <a:pt x="1958" y="7451"/>
                  <a:pt x="2432" y="7651"/>
                </a:cubicBezTo>
                <a:cubicBezTo>
                  <a:pt x="2923" y="7859"/>
                  <a:pt x="3444" y="7964"/>
                  <a:pt x="3982" y="7964"/>
                </a:cubicBezTo>
                <a:cubicBezTo>
                  <a:pt x="4520" y="7964"/>
                  <a:pt x="5041" y="7859"/>
                  <a:pt x="5532" y="7651"/>
                </a:cubicBezTo>
                <a:cubicBezTo>
                  <a:pt x="6006" y="7451"/>
                  <a:pt x="6432" y="7164"/>
                  <a:pt x="6798" y="6798"/>
                </a:cubicBezTo>
                <a:cubicBezTo>
                  <a:pt x="7164" y="6432"/>
                  <a:pt x="7451" y="6006"/>
                  <a:pt x="7651" y="5532"/>
                </a:cubicBezTo>
                <a:cubicBezTo>
                  <a:pt x="7859" y="5041"/>
                  <a:pt x="7964" y="4520"/>
                  <a:pt x="7964" y="3982"/>
                </a:cubicBezTo>
                <a:cubicBezTo>
                  <a:pt x="7964" y="3444"/>
                  <a:pt x="7859" y="2923"/>
                  <a:pt x="7651" y="2432"/>
                </a:cubicBezTo>
                <a:close/>
                <a:moveTo>
                  <a:pt x="5292" y="5141"/>
                </a:moveTo>
                <a:lnTo>
                  <a:pt x="5161" y="5289"/>
                </a:lnTo>
                <a:cubicBezTo>
                  <a:pt x="5109" y="5342"/>
                  <a:pt x="5013" y="5337"/>
                  <a:pt x="4960" y="5285"/>
                </a:cubicBezTo>
                <a:lnTo>
                  <a:pt x="4423" y="4739"/>
                </a:lnTo>
                <a:cubicBezTo>
                  <a:pt x="4419" y="4736"/>
                  <a:pt x="4417" y="4730"/>
                  <a:pt x="4414" y="4726"/>
                </a:cubicBezTo>
                <a:cubicBezTo>
                  <a:pt x="4232" y="4848"/>
                  <a:pt x="4014" y="4920"/>
                  <a:pt x="3779" y="4920"/>
                </a:cubicBezTo>
                <a:cubicBezTo>
                  <a:pt x="3148" y="4920"/>
                  <a:pt x="2637" y="4409"/>
                  <a:pt x="2637" y="3779"/>
                </a:cubicBezTo>
                <a:cubicBezTo>
                  <a:pt x="2637" y="3148"/>
                  <a:pt x="3148" y="2638"/>
                  <a:pt x="3779" y="2638"/>
                </a:cubicBezTo>
                <a:cubicBezTo>
                  <a:pt x="4409" y="2638"/>
                  <a:pt x="4920" y="3148"/>
                  <a:pt x="4920" y="3779"/>
                </a:cubicBezTo>
                <a:cubicBezTo>
                  <a:pt x="4920" y="4009"/>
                  <a:pt x="4851" y="4223"/>
                  <a:pt x="4734" y="4402"/>
                </a:cubicBezTo>
                <a:cubicBezTo>
                  <a:pt x="4736" y="4404"/>
                  <a:pt x="4738" y="4404"/>
                  <a:pt x="4740" y="4406"/>
                </a:cubicBezTo>
                <a:lnTo>
                  <a:pt x="5281" y="4947"/>
                </a:lnTo>
                <a:cubicBezTo>
                  <a:pt x="5334" y="5000"/>
                  <a:pt x="5345" y="5089"/>
                  <a:pt x="5292" y="514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566" y="140834"/>
            <a:ext cx="2158091" cy="787173"/>
          </a:xfrm>
          <a:prstGeom prst="rect">
            <a:avLst/>
          </a:prstGeom>
        </p:spPr>
      </p:pic>
      <p:pic>
        <p:nvPicPr>
          <p:cNvPr id="2" name="图片 1" descr="image-202509261347505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370" y="1804035"/>
            <a:ext cx="9825355" cy="3879215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26" name="PA_Line 18"/>
          <p:cNvSpPr>
            <a:spLocks noChangeShapeType="1"/>
          </p:cNvSpPr>
          <p:nvPr>
            <p:custDataLst>
              <p:tags r:id="rId1"/>
            </p:custDataLst>
          </p:nvPr>
        </p:nvSpPr>
        <p:spPr bwMode="auto">
          <a:xfrm flipH="1" flipV="1">
            <a:off x="3800384" y="2881537"/>
            <a:ext cx="1485265" cy="739775"/>
          </a:xfrm>
          <a:prstGeom prst="line">
            <a:avLst/>
          </a:prstGeom>
          <a:noFill/>
          <a:ln w="6350">
            <a:solidFill>
              <a:schemeClr val="bg1"/>
            </a:solidFill>
            <a:prstDash val="solid"/>
            <a:miter lim="800000"/>
            <a:tailEnd type="oval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17427" name="PA_Line 19"/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 flipH="1" flipV="1">
            <a:off x="7522754" y="4464592"/>
            <a:ext cx="1455420" cy="712470"/>
          </a:xfrm>
          <a:prstGeom prst="line">
            <a:avLst/>
          </a:prstGeom>
          <a:noFill/>
          <a:ln w="6350">
            <a:solidFill>
              <a:schemeClr val="bg1"/>
            </a:solidFill>
            <a:prstDash val="solid"/>
            <a:miter lim="800000"/>
            <a:headEnd type="oval" w="sm" len="sm"/>
            <a:tailEnd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17428" name="PA_Line 20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 flipV="1">
            <a:off x="7522754" y="2881537"/>
            <a:ext cx="1417955" cy="739775"/>
          </a:xfrm>
          <a:prstGeom prst="line">
            <a:avLst/>
          </a:prstGeom>
          <a:noFill/>
          <a:ln w="6350">
            <a:solidFill>
              <a:schemeClr val="bg1"/>
            </a:solidFill>
            <a:prstDash val="solid"/>
            <a:miter lim="800000"/>
            <a:tailEnd type="oval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17429" name="PA_Line 21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 flipV="1">
            <a:off x="3838484" y="4464592"/>
            <a:ext cx="1468120" cy="737870"/>
          </a:xfrm>
          <a:prstGeom prst="line">
            <a:avLst/>
          </a:prstGeom>
          <a:noFill/>
          <a:ln w="6350">
            <a:solidFill>
              <a:schemeClr val="bg1"/>
            </a:solidFill>
            <a:prstDash val="solid"/>
            <a:miter lim="800000"/>
            <a:headEnd type="oval" w="sm" len="sm"/>
            <a:tailEnd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475312" y="1160487"/>
            <a:ext cx="3225800" cy="2222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程序与上位机匹配：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  <a:p>
            <a:pPr>
              <a:lnSpc>
                <a:spcPct val="13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后台上位机软件存在高速、低速两个版本；使用上位机时需要与对应的软件程序进行匹配。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  <a:p>
            <a:pPr>
              <a:lnSpc>
                <a:spcPct val="13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快捷方式：查看参数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6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最大频率进行判断值。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8549639" y="1170230"/>
            <a:ext cx="3225800" cy="2942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准备工作：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  <a:p>
            <a:pPr>
              <a:lnSpc>
                <a:spcPct val="130000"/>
              </a:lnSpc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1.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将控制方式切换为后台控制；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2.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然后转速控输出转矩指令，转矩控制电流指令都需要进行限幅，通常为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50~80%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，避免调谐过程出现过流故障；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  <a:p>
            <a:pPr>
              <a:lnSpc>
                <a:spcPct val="130000"/>
              </a:lnSpc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3.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确保整车正常上高压且无故障。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345252" y="4203246"/>
            <a:ext cx="3225800" cy="2222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开始调谐：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  <a:p>
            <a:pPr>
              <a:lnSpc>
                <a:spcPct val="13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完成准备工作后，对同步电机先进行静态调谐，主要是自学习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DQ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轴电感，三相电阻等参数；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  <a:p>
            <a:pPr>
              <a:lnSpc>
                <a:spcPct val="13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然后动态学习，主要是反电动势以及零点位置的确定。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49" name="TextBox 8"/>
          <p:cNvSpPr txBox="1"/>
          <p:nvPr/>
        </p:nvSpPr>
        <p:spPr>
          <a:xfrm>
            <a:off x="2978813" y="300322"/>
            <a:ext cx="3071468" cy="92618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114000"/>
              </a:lnSpc>
            </a:pPr>
            <a:r>
              <a:rPr lang="zh-CN" altLang="en-US" sz="2800" b="1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   电机调谐学习</a:t>
            </a:r>
            <a:endParaRPr lang="zh-CN" altLang="en-US" sz="2800" b="1" dirty="0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  <a:p>
            <a:endParaRPr lang="zh-CN" altLang="en-US" sz="2800" b="1" dirty="0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50" name="iconfont-11790-5634312"/>
          <p:cNvSpPr>
            <a:spLocks noChangeAspect="1"/>
          </p:cNvSpPr>
          <p:nvPr/>
        </p:nvSpPr>
        <p:spPr bwMode="auto">
          <a:xfrm>
            <a:off x="2496816" y="199832"/>
            <a:ext cx="609525" cy="609685"/>
          </a:xfrm>
          <a:custGeom>
            <a:avLst/>
            <a:gdLst>
              <a:gd name="T0" fmla="*/ 3779 w 7964"/>
              <a:gd name="T1" fmla="*/ 2906 h 7964"/>
              <a:gd name="T2" fmla="*/ 2906 w 7964"/>
              <a:gd name="T3" fmla="*/ 3779 h 7964"/>
              <a:gd name="T4" fmla="*/ 3779 w 7964"/>
              <a:gd name="T5" fmla="*/ 4651 h 7964"/>
              <a:gd name="T6" fmla="*/ 4651 w 7964"/>
              <a:gd name="T7" fmla="*/ 3779 h 7964"/>
              <a:gd name="T8" fmla="*/ 3779 w 7964"/>
              <a:gd name="T9" fmla="*/ 2906 h 7964"/>
              <a:gd name="T10" fmla="*/ 4198 w 7964"/>
              <a:gd name="T11" fmla="*/ 3444 h 7964"/>
              <a:gd name="T12" fmla="*/ 3779 w 7964"/>
              <a:gd name="T13" fmla="*/ 3242 h 7964"/>
              <a:gd name="T14" fmla="*/ 3339 w 7964"/>
              <a:gd name="T15" fmla="*/ 3470 h 7964"/>
              <a:gd name="T16" fmla="*/ 3229 w 7964"/>
              <a:gd name="T17" fmla="*/ 3394 h 7964"/>
              <a:gd name="T18" fmla="*/ 3779 w 7964"/>
              <a:gd name="T19" fmla="*/ 3107 h 7964"/>
              <a:gd name="T20" fmla="*/ 4303 w 7964"/>
              <a:gd name="T21" fmla="*/ 3360 h 7964"/>
              <a:gd name="T22" fmla="*/ 4198 w 7964"/>
              <a:gd name="T23" fmla="*/ 3444 h 7964"/>
              <a:gd name="T24" fmla="*/ 7651 w 7964"/>
              <a:gd name="T25" fmla="*/ 2432 h 7964"/>
              <a:gd name="T26" fmla="*/ 6798 w 7964"/>
              <a:gd name="T27" fmla="*/ 1166 h 7964"/>
              <a:gd name="T28" fmla="*/ 5532 w 7964"/>
              <a:gd name="T29" fmla="*/ 313 h 7964"/>
              <a:gd name="T30" fmla="*/ 3982 w 7964"/>
              <a:gd name="T31" fmla="*/ 0 h 7964"/>
              <a:gd name="T32" fmla="*/ 2432 w 7964"/>
              <a:gd name="T33" fmla="*/ 313 h 7964"/>
              <a:gd name="T34" fmla="*/ 1166 w 7964"/>
              <a:gd name="T35" fmla="*/ 1166 h 7964"/>
              <a:gd name="T36" fmla="*/ 313 w 7964"/>
              <a:gd name="T37" fmla="*/ 2432 h 7964"/>
              <a:gd name="T38" fmla="*/ 0 w 7964"/>
              <a:gd name="T39" fmla="*/ 3982 h 7964"/>
              <a:gd name="T40" fmla="*/ 313 w 7964"/>
              <a:gd name="T41" fmla="*/ 5532 h 7964"/>
              <a:gd name="T42" fmla="*/ 1166 w 7964"/>
              <a:gd name="T43" fmla="*/ 6798 h 7964"/>
              <a:gd name="T44" fmla="*/ 2432 w 7964"/>
              <a:gd name="T45" fmla="*/ 7651 h 7964"/>
              <a:gd name="T46" fmla="*/ 3982 w 7964"/>
              <a:gd name="T47" fmla="*/ 7964 h 7964"/>
              <a:gd name="T48" fmla="*/ 5532 w 7964"/>
              <a:gd name="T49" fmla="*/ 7651 h 7964"/>
              <a:gd name="T50" fmla="*/ 6798 w 7964"/>
              <a:gd name="T51" fmla="*/ 6798 h 7964"/>
              <a:gd name="T52" fmla="*/ 7651 w 7964"/>
              <a:gd name="T53" fmla="*/ 5532 h 7964"/>
              <a:gd name="T54" fmla="*/ 7964 w 7964"/>
              <a:gd name="T55" fmla="*/ 3982 h 7964"/>
              <a:gd name="T56" fmla="*/ 7651 w 7964"/>
              <a:gd name="T57" fmla="*/ 2432 h 7964"/>
              <a:gd name="T58" fmla="*/ 5292 w 7964"/>
              <a:gd name="T59" fmla="*/ 5141 h 7964"/>
              <a:gd name="T60" fmla="*/ 5161 w 7964"/>
              <a:gd name="T61" fmla="*/ 5289 h 7964"/>
              <a:gd name="T62" fmla="*/ 4960 w 7964"/>
              <a:gd name="T63" fmla="*/ 5285 h 7964"/>
              <a:gd name="T64" fmla="*/ 4423 w 7964"/>
              <a:gd name="T65" fmla="*/ 4739 h 7964"/>
              <a:gd name="T66" fmla="*/ 4414 w 7964"/>
              <a:gd name="T67" fmla="*/ 4726 h 7964"/>
              <a:gd name="T68" fmla="*/ 3779 w 7964"/>
              <a:gd name="T69" fmla="*/ 4920 h 7964"/>
              <a:gd name="T70" fmla="*/ 2637 w 7964"/>
              <a:gd name="T71" fmla="*/ 3779 h 7964"/>
              <a:gd name="T72" fmla="*/ 3779 w 7964"/>
              <a:gd name="T73" fmla="*/ 2638 h 7964"/>
              <a:gd name="T74" fmla="*/ 4920 w 7964"/>
              <a:gd name="T75" fmla="*/ 3779 h 7964"/>
              <a:gd name="T76" fmla="*/ 4734 w 7964"/>
              <a:gd name="T77" fmla="*/ 4402 h 7964"/>
              <a:gd name="T78" fmla="*/ 4740 w 7964"/>
              <a:gd name="T79" fmla="*/ 4406 h 7964"/>
              <a:gd name="T80" fmla="*/ 5281 w 7964"/>
              <a:gd name="T81" fmla="*/ 4947 h 7964"/>
              <a:gd name="T82" fmla="*/ 5292 w 7964"/>
              <a:gd name="T83" fmla="*/ 5141 h 79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7964" h="7964">
                <a:moveTo>
                  <a:pt x="3779" y="2906"/>
                </a:moveTo>
                <a:cubicBezTo>
                  <a:pt x="3297" y="2906"/>
                  <a:pt x="2906" y="3297"/>
                  <a:pt x="2906" y="3779"/>
                </a:cubicBezTo>
                <a:cubicBezTo>
                  <a:pt x="2906" y="4260"/>
                  <a:pt x="3297" y="4651"/>
                  <a:pt x="3779" y="4651"/>
                </a:cubicBezTo>
                <a:cubicBezTo>
                  <a:pt x="4261" y="4651"/>
                  <a:pt x="4651" y="4260"/>
                  <a:pt x="4651" y="3779"/>
                </a:cubicBezTo>
                <a:cubicBezTo>
                  <a:pt x="4651" y="3297"/>
                  <a:pt x="4261" y="2906"/>
                  <a:pt x="3779" y="2906"/>
                </a:cubicBezTo>
                <a:close/>
                <a:moveTo>
                  <a:pt x="4198" y="3444"/>
                </a:moveTo>
                <a:cubicBezTo>
                  <a:pt x="4100" y="3321"/>
                  <a:pt x="3949" y="3242"/>
                  <a:pt x="3779" y="3242"/>
                </a:cubicBezTo>
                <a:cubicBezTo>
                  <a:pt x="3597" y="3242"/>
                  <a:pt x="3437" y="3332"/>
                  <a:pt x="3339" y="3470"/>
                </a:cubicBezTo>
                <a:lnTo>
                  <a:pt x="3229" y="3394"/>
                </a:lnTo>
                <a:cubicBezTo>
                  <a:pt x="3351" y="3221"/>
                  <a:pt x="3551" y="3107"/>
                  <a:pt x="3779" y="3107"/>
                </a:cubicBezTo>
                <a:cubicBezTo>
                  <a:pt x="3991" y="3107"/>
                  <a:pt x="4180" y="3206"/>
                  <a:pt x="4303" y="3360"/>
                </a:cubicBezTo>
                <a:lnTo>
                  <a:pt x="4198" y="3444"/>
                </a:lnTo>
                <a:close/>
                <a:moveTo>
                  <a:pt x="7651" y="2432"/>
                </a:moveTo>
                <a:cubicBezTo>
                  <a:pt x="7451" y="1958"/>
                  <a:pt x="7164" y="1532"/>
                  <a:pt x="6798" y="1166"/>
                </a:cubicBezTo>
                <a:cubicBezTo>
                  <a:pt x="6432" y="800"/>
                  <a:pt x="6006" y="513"/>
                  <a:pt x="5532" y="313"/>
                </a:cubicBezTo>
                <a:cubicBezTo>
                  <a:pt x="5041" y="105"/>
                  <a:pt x="4520" y="0"/>
                  <a:pt x="3982" y="0"/>
                </a:cubicBezTo>
                <a:cubicBezTo>
                  <a:pt x="3444" y="0"/>
                  <a:pt x="2923" y="105"/>
                  <a:pt x="2432" y="313"/>
                </a:cubicBezTo>
                <a:cubicBezTo>
                  <a:pt x="1958" y="513"/>
                  <a:pt x="1532" y="800"/>
                  <a:pt x="1166" y="1166"/>
                </a:cubicBezTo>
                <a:cubicBezTo>
                  <a:pt x="800" y="1532"/>
                  <a:pt x="513" y="1958"/>
                  <a:pt x="313" y="2432"/>
                </a:cubicBezTo>
                <a:cubicBezTo>
                  <a:pt x="105" y="2923"/>
                  <a:pt x="0" y="3444"/>
                  <a:pt x="0" y="3982"/>
                </a:cubicBezTo>
                <a:cubicBezTo>
                  <a:pt x="0" y="4520"/>
                  <a:pt x="105" y="5041"/>
                  <a:pt x="313" y="5532"/>
                </a:cubicBezTo>
                <a:cubicBezTo>
                  <a:pt x="513" y="6006"/>
                  <a:pt x="800" y="6432"/>
                  <a:pt x="1166" y="6798"/>
                </a:cubicBezTo>
                <a:cubicBezTo>
                  <a:pt x="1532" y="7164"/>
                  <a:pt x="1958" y="7451"/>
                  <a:pt x="2432" y="7651"/>
                </a:cubicBezTo>
                <a:cubicBezTo>
                  <a:pt x="2923" y="7859"/>
                  <a:pt x="3444" y="7964"/>
                  <a:pt x="3982" y="7964"/>
                </a:cubicBezTo>
                <a:cubicBezTo>
                  <a:pt x="4520" y="7964"/>
                  <a:pt x="5041" y="7859"/>
                  <a:pt x="5532" y="7651"/>
                </a:cubicBezTo>
                <a:cubicBezTo>
                  <a:pt x="6006" y="7451"/>
                  <a:pt x="6432" y="7164"/>
                  <a:pt x="6798" y="6798"/>
                </a:cubicBezTo>
                <a:cubicBezTo>
                  <a:pt x="7164" y="6432"/>
                  <a:pt x="7451" y="6006"/>
                  <a:pt x="7651" y="5532"/>
                </a:cubicBezTo>
                <a:cubicBezTo>
                  <a:pt x="7859" y="5041"/>
                  <a:pt x="7964" y="4520"/>
                  <a:pt x="7964" y="3982"/>
                </a:cubicBezTo>
                <a:cubicBezTo>
                  <a:pt x="7964" y="3444"/>
                  <a:pt x="7859" y="2923"/>
                  <a:pt x="7651" y="2432"/>
                </a:cubicBezTo>
                <a:close/>
                <a:moveTo>
                  <a:pt x="5292" y="5141"/>
                </a:moveTo>
                <a:lnTo>
                  <a:pt x="5161" y="5289"/>
                </a:lnTo>
                <a:cubicBezTo>
                  <a:pt x="5109" y="5342"/>
                  <a:pt x="5013" y="5337"/>
                  <a:pt x="4960" y="5285"/>
                </a:cubicBezTo>
                <a:lnTo>
                  <a:pt x="4423" y="4739"/>
                </a:lnTo>
                <a:cubicBezTo>
                  <a:pt x="4419" y="4736"/>
                  <a:pt x="4417" y="4730"/>
                  <a:pt x="4414" y="4726"/>
                </a:cubicBezTo>
                <a:cubicBezTo>
                  <a:pt x="4232" y="4848"/>
                  <a:pt x="4014" y="4920"/>
                  <a:pt x="3779" y="4920"/>
                </a:cubicBezTo>
                <a:cubicBezTo>
                  <a:pt x="3148" y="4920"/>
                  <a:pt x="2637" y="4409"/>
                  <a:pt x="2637" y="3779"/>
                </a:cubicBezTo>
                <a:cubicBezTo>
                  <a:pt x="2637" y="3148"/>
                  <a:pt x="3148" y="2638"/>
                  <a:pt x="3779" y="2638"/>
                </a:cubicBezTo>
                <a:cubicBezTo>
                  <a:pt x="4409" y="2638"/>
                  <a:pt x="4920" y="3148"/>
                  <a:pt x="4920" y="3779"/>
                </a:cubicBezTo>
                <a:cubicBezTo>
                  <a:pt x="4920" y="4009"/>
                  <a:pt x="4851" y="4223"/>
                  <a:pt x="4734" y="4402"/>
                </a:cubicBezTo>
                <a:cubicBezTo>
                  <a:pt x="4736" y="4404"/>
                  <a:pt x="4738" y="4404"/>
                  <a:pt x="4740" y="4406"/>
                </a:cubicBezTo>
                <a:lnTo>
                  <a:pt x="5281" y="4947"/>
                </a:lnTo>
                <a:cubicBezTo>
                  <a:pt x="5334" y="5000"/>
                  <a:pt x="5345" y="5089"/>
                  <a:pt x="5292" y="514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4020517" y="1347613"/>
            <a:ext cx="4338955" cy="5132705"/>
            <a:chOff x="3925570" y="1710144"/>
            <a:chExt cx="4338955" cy="5132705"/>
          </a:xfrm>
        </p:grpSpPr>
        <p:grpSp>
          <p:nvGrpSpPr>
            <p:cNvPr id="22" name="组合 21"/>
            <p:cNvGrpSpPr/>
            <p:nvPr/>
          </p:nvGrpSpPr>
          <p:grpSpPr>
            <a:xfrm>
              <a:off x="4862830" y="2747734"/>
              <a:ext cx="2465070" cy="4095115"/>
              <a:chOff x="7658" y="4355"/>
              <a:chExt cx="3882" cy="6449"/>
            </a:xfrm>
            <a:solidFill>
              <a:schemeClr val="accent5"/>
            </a:solidFill>
          </p:grpSpPr>
          <p:grpSp>
            <p:nvGrpSpPr>
              <p:cNvPr id="9" name="组合 8"/>
              <p:cNvGrpSpPr/>
              <p:nvPr/>
            </p:nvGrpSpPr>
            <p:grpSpPr>
              <a:xfrm>
                <a:off x="9096" y="8164"/>
                <a:ext cx="1006" cy="2641"/>
                <a:chOff x="9096" y="8164"/>
                <a:chExt cx="1006" cy="2641"/>
              </a:xfrm>
              <a:grpFill/>
            </p:grpSpPr>
            <p:sp>
              <p:nvSpPr>
                <p:cNvPr id="17417" name="淘宝店chenying0907 9"/>
                <p:cNvSpPr>
                  <a:spLocks noChangeArrowheads="1"/>
                </p:cNvSpPr>
                <p:nvPr/>
              </p:nvSpPr>
              <p:spPr bwMode="auto">
                <a:xfrm>
                  <a:off x="9316" y="8164"/>
                  <a:ext cx="566" cy="596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>
                    <a:solidFill>
                      <a:prstClr val="black"/>
                    </a:solidFill>
                    <a:latin typeface="Calibri" panose="020F0502020204030204" pitchFamily="34" charset="0"/>
                    <a:cs typeface="+mn-ea"/>
                    <a:sym typeface="Calibri" panose="020F0502020204030204" pitchFamily="34" charset="0"/>
                  </a:endParaRPr>
                </a:p>
              </p:txBody>
            </p:sp>
            <p:sp>
              <p:nvSpPr>
                <p:cNvPr id="17418" name="淘宝店chenying0907 10"/>
                <p:cNvSpPr>
                  <a:spLocks noChangeArrowheads="1"/>
                </p:cNvSpPr>
                <p:nvPr/>
              </p:nvSpPr>
              <p:spPr bwMode="auto">
                <a:xfrm>
                  <a:off x="9096" y="8589"/>
                  <a:ext cx="1006" cy="2216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>
                    <a:solidFill>
                      <a:prstClr val="black"/>
                    </a:solidFill>
                    <a:latin typeface="Calibri" panose="020F0502020204030204" pitchFamily="34" charset="0"/>
                    <a:cs typeface="+mn-ea"/>
                    <a:sym typeface="Calibri" panose="020F0502020204030204" pitchFamily="34" charset="0"/>
                  </a:endParaRPr>
                </a:p>
              </p:txBody>
            </p:sp>
          </p:grpSp>
          <p:sp>
            <p:nvSpPr>
              <p:cNvPr id="17416" name="淘宝店chenying0907 8"/>
              <p:cNvSpPr>
                <a:spLocks noEditPoints="1"/>
              </p:cNvSpPr>
              <p:nvPr/>
            </p:nvSpPr>
            <p:spPr bwMode="auto">
              <a:xfrm>
                <a:off x="7658" y="4355"/>
                <a:ext cx="3882" cy="3885"/>
              </a:xfrm>
              <a:custGeom>
                <a:avLst/>
                <a:gdLst>
                  <a:gd name="T0" fmla="*/ 296 w 592"/>
                  <a:gd name="T1" fmla="*/ 0 h 593"/>
                  <a:gd name="T2" fmla="*/ 0 w 592"/>
                  <a:gd name="T3" fmla="*/ 297 h 593"/>
                  <a:gd name="T4" fmla="*/ 296 w 592"/>
                  <a:gd name="T5" fmla="*/ 593 h 593"/>
                  <a:gd name="T6" fmla="*/ 592 w 592"/>
                  <a:gd name="T7" fmla="*/ 297 h 593"/>
                  <a:gd name="T8" fmla="*/ 296 w 592"/>
                  <a:gd name="T9" fmla="*/ 0 h 593"/>
                  <a:gd name="T10" fmla="*/ 296 w 592"/>
                  <a:gd name="T11" fmla="*/ 561 h 593"/>
                  <a:gd name="T12" fmla="*/ 32 w 592"/>
                  <a:gd name="T13" fmla="*/ 297 h 593"/>
                  <a:gd name="T14" fmla="*/ 296 w 592"/>
                  <a:gd name="T15" fmla="*/ 32 h 593"/>
                  <a:gd name="T16" fmla="*/ 560 w 592"/>
                  <a:gd name="T17" fmla="*/ 297 h 593"/>
                  <a:gd name="T18" fmla="*/ 296 w 592"/>
                  <a:gd name="T19" fmla="*/ 561 h 5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92" h="593">
                    <a:moveTo>
                      <a:pt x="296" y="0"/>
                    </a:moveTo>
                    <a:cubicBezTo>
                      <a:pt x="132" y="0"/>
                      <a:pt x="0" y="133"/>
                      <a:pt x="0" y="297"/>
                    </a:cubicBezTo>
                    <a:cubicBezTo>
                      <a:pt x="0" y="460"/>
                      <a:pt x="132" y="593"/>
                      <a:pt x="296" y="593"/>
                    </a:cubicBezTo>
                    <a:cubicBezTo>
                      <a:pt x="460" y="593"/>
                      <a:pt x="592" y="460"/>
                      <a:pt x="592" y="297"/>
                    </a:cubicBezTo>
                    <a:cubicBezTo>
                      <a:pt x="592" y="133"/>
                      <a:pt x="460" y="0"/>
                      <a:pt x="296" y="0"/>
                    </a:cubicBezTo>
                    <a:close/>
                    <a:moveTo>
                      <a:pt x="296" y="561"/>
                    </a:moveTo>
                    <a:cubicBezTo>
                      <a:pt x="150" y="561"/>
                      <a:pt x="32" y="443"/>
                      <a:pt x="32" y="297"/>
                    </a:cubicBezTo>
                    <a:cubicBezTo>
                      <a:pt x="32" y="151"/>
                      <a:pt x="150" y="32"/>
                      <a:pt x="296" y="32"/>
                    </a:cubicBezTo>
                    <a:cubicBezTo>
                      <a:pt x="442" y="32"/>
                      <a:pt x="560" y="151"/>
                      <a:pt x="560" y="297"/>
                    </a:cubicBezTo>
                    <a:cubicBezTo>
                      <a:pt x="560" y="443"/>
                      <a:pt x="442" y="561"/>
                      <a:pt x="296" y="5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  <a:endParaRPr lang="zh-CN" altLang="en-US" sz="2000" dirty="0">
                  <a:solidFill>
                    <a:prstClr val="black"/>
                  </a:solidFill>
                  <a:latin typeface="Calibri" panose="020F0502020204030204" pitchFamily="34" charset="0"/>
                  <a:cs typeface="+mn-ea"/>
                  <a:sym typeface="Calibri" panose="020F0502020204030204" pitchFamily="34" charset="0"/>
                </a:endParaRPr>
              </a:p>
            </p:txBody>
          </p:sp>
        </p:grpSp>
        <p:grpSp>
          <p:nvGrpSpPr>
            <p:cNvPr id="20" name="组合 19"/>
            <p:cNvGrpSpPr/>
            <p:nvPr/>
          </p:nvGrpSpPr>
          <p:grpSpPr>
            <a:xfrm>
              <a:off x="3925570" y="1710144"/>
              <a:ext cx="4338955" cy="3773170"/>
              <a:chOff x="6182" y="2811"/>
              <a:chExt cx="6833" cy="5942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11077" y="3671"/>
                <a:ext cx="1046" cy="1044"/>
                <a:chOff x="11077" y="3671"/>
                <a:chExt cx="1046" cy="1044"/>
              </a:xfrm>
            </p:grpSpPr>
            <p:sp>
              <p:nvSpPr>
                <p:cNvPr id="17420" name="PA_淘宝店chenying0907 12"/>
                <p:cNvSpPr>
                  <a:spLocks noChangeArrowheads="1"/>
                </p:cNvSpPr>
                <p:nvPr>
                  <p:custDataLst>
                    <p:tags r:id="rId5"/>
                  </p:custDataLst>
                </p:nvPr>
              </p:nvSpPr>
              <p:spPr bwMode="auto">
                <a:xfrm>
                  <a:off x="11077" y="3671"/>
                  <a:ext cx="1046" cy="1044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/>
                <a:lstStyle/>
                <a:p>
                  <a:endParaRPr lang="zh-CN" altLang="en-US">
                    <a:solidFill>
                      <a:prstClr val="black"/>
                    </a:solidFill>
                    <a:latin typeface="Calibri" panose="020F0502020204030204" pitchFamily="34" charset="0"/>
                    <a:cs typeface="+mn-ea"/>
                    <a:sym typeface="Calibri" panose="020F0502020204030204" pitchFamily="34" charset="0"/>
                  </a:endParaRPr>
                </a:p>
              </p:txBody>
            </p:sp>
            <p:grpSp>
              <p:nvGrpSpPr>
                <p:cNvPr id="10" name="组合 9"/>
                <p:cNvGrpSpPr/>
                <p:nvPr/>
              </p:nvGrpSpPr>
              <p:grpSpPr>
                <a:xfrm>
                  <a:off x="11347" y="3975"/>
                  <a:ext cx="519" cy="519"/>
                  <a:chOff x="11608" y="5563"/>
                  <a:chExt cx="770" cy="770"/>
                </a:xfrm>
                <a:solidFill>
                  <a:schemeClr val="bg1"/>
                </a:solidFill>
              </p:grpSpPr>
              <p:sp>
                <p:nvSpPr>
                  <p:cNvPr id="84" name="AutoShape 37"/>
                  <p:cNvSpPr/>
                  <p:nvPr/>
                </p:nvSpPr>
                <p:spPr bwMode="auto">
                  <a:xfrm>
                    <a:off x="11608" y="5633"/>
                    <a:ext cx="700" cy="700"/>
                  </a:xfrm>
                  <a:custGeom>
                    <a:avLst/>
                    <a:gdLst>
                      <a:gd name="T0" fmla="+- 0 10849 98"/>
                      <a:gd name="T1" fmla="*/ T0 w 21502"/>
                      <a:gd name="T2" fmla="*/ 10800 h 21600"/>
                      <a:gd name="T3" fmla="+- 0 10849 98"/>
                      <a:gd name="T4" fmla="*/ T3 w 21502"/>
                      <a:gd name="T5" fmla="*/ 10800 h 21600"/>
                      <a:gd name="T6" fmla="+- 0 10849 98"/>
                      <a:gd name="T7" fmla="*/ T6 w 21502"/>
                      <a:gd name="T8" fmla="*/ 10800 h 21600"/>
                      <a:gd name="T9" fmla="+- 0 10849 98"/>
                      <a:gd name="T10" fmla="*/ T9 w 21502"/>
                      <a:gd name="T11" fmla="*/ 10800 h 21600"/>
                    </a:gdLst>
                    <a:ahLst/>
                    <a:cxnLst>
                      <a:cxn ang="0">
                        <a:pos x="T1" y="T2"/>
                      </a:cxn>
                      <a:cxn ang="0">
                        <a:pos x="T4" y="T5"/>
                      </a:cxn>
                      <a:cxn ang="0">
                        <a:pos x="T7" y="T8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1502" h="21600">
                        <a:moveTo>
                          <a:pt x="19917" y="7880"/>
                        </a:moveTo>
                        <a:lnTo>
                          <a:pt x="18875" y="8932"/>
                        </a:lnTo>
                        <a:cubicBezTo>
                          <a:pt x="18730" y="9079"/>
                          <a:pt x="18497" y="9079"/>
                          <a:pt x="18353" y="8932"/>
                        </a:cubicBezTo>
                        <a:lnTo>
                          <a:pt x="17048" y="7617"/>
                        </a:lnTo>
                        <a:lnTo>
                          <a:pt x="15991" y="10290"/>
                        </a:lnTo>
                        <a:lnTo>
                          <a:pt x="16080" y="10064"/>
                        </a:lnTo>
                        <a:cubicBezTo>
                          <a:pt x="13859" y="7826"/>
                          <a:pt x="11601" y="7544"/>
                          <a:pt x="9565" y="7291"/>
                        </a:cubicBezTo>
                        <a:cubicBezTo>
                          <a:pt x="8910" y="7210"/>
                          <a:pt x="8276" y="7126"/>
                          <a:pt x="7652" y="6990"/>
                        </a:cubicBezTo>
                        <a:lnTo>
                          <a:pt x="13918" y="4456"/>
                        </a:lnTo>
                        <a:lnTo>
                          <a:pt x="12652" y="3179"/>
                        </a:lnTo>
                        <a:cubicBezTo>
                          <a:pt x="12508" y="3033"/>
                          <a:pt x="12508" y="2798"/>
                          <a:pt x="12652" y="2652"/>
                        </a:cubicBezTo>
                        <a:lnTo>
                          <a:pt x="13695" y="1598"/>
                        </a:lnTo>
                        <a:cubicBezTo>
                          <a:pt x="13840" y="1453"/>
                          <a:pt x="14073" y="1453"/>
                          <a:pt x="14217" y="1598"/>
                        </a:cubicBezTo>
                        <a:lnTo>
                          <a:pt x="19917" y="7353"/>
                        </a:lnTo>
                        <a:cubicBezTo>
                          <a:pt x="20062" y="7499"/>
                          <a:pt x="20062" y="7734"/>
                          <a:pt x="19917" y="7880"/>
                        </a:cubicBezTo>
                        <a:moveTo>
                          <a:pt x="12292" y="19639"/>
                        </a:moveTo>
                        <a:cubicBezTo>
                          <a:pt x="12200" y="19872"/>
                          <a:pt x="11999" y="20044"/>
                          <a:pt x="11756" y="20095"/>
                        </a:cubicBezTo>
                        <a:cubicBezTo>
                          <a:pt x="11700" y="20106"/>
                          <a:pt x="11643" y="20111"/>
                          <a:pt x="11587" y="20110"/>
                        </a:cubicBezTo>
                        <a:cubicBezTo>
                          <a:pt x="11400" y="20105"/>
                          <a:pt x="11219" y="20030"/>
                          <a:pt x="11084" y="19892"/>
                        </a:cubicBezTo>
                        <a:lnTo>
                          <a:pt x="1692" y="10517"/>
                        </a:lnTo>
                        <a:cubicBezTo>
                          <a:pt x="1519" y="10343"/>
                          <a:pt x="1443" y="10094"/>
                          <a:pt x="1488" y="9852"/>
                        </a:cubicBezTo>
                        <a:cubicBezTo>
                          <a:pt x="1533" y="9610"/>
                          <a:pt x="1695" y="9407"/>
                          <a:pt x="1917" y="9308"/>
                        </a:cubicBezTo>
                        <a:lnTo>
                          <a:pt x="6505" y="7453"/>
                        </a:lnTo>
                        <a:cubicBezTo>
                          <a:pt x="9597" y="8490"/>
                          <a:pt x="12689" y="7491"/>
                          <a:pt x="15781" y="10821"/>
                        </a:cubicBezTo>
                        <a:cubicBezTo>
                          <a:pt x="15781" y="10821"/>
                          <a:pt x="12292" y="19639"/>
                          <a:pt x="12292" y="19639"/>
                        </a:cubicBezTo>
                        <a:close/>
                        <a:moveTo>
                          <a:pt x="15260" y="545"/>
                        </a:moveTo>
                        <a:cubicBezTo>
                          <a:pt x="14912" y="193"/>
                          <a:pt x="14449" y="0"/>
                          <a:pt x="13956" y="0"/>
                        </a:cubicBezTo>
                        <a:cubicBezTo>
                          <a:pt x="13463" y="0"/>
                          <a:pt x="13000" y="193"/>
                          <a:pt x="12651" y="546"/>
                        </a:cubicBezTo>
                        <a:lnTo>
                          <a:pt x="11610" y="1598"/>
                        </a:lnTo>
                        <a:cubicBezTo>
                          <a:pt x="11261" y="1949"/>
                          <a:pt x="11068" y="2417"/>
                          <a:pt x="11068" y="2915"/>
                        </a:cubicBezTo>
                        <a:cubicBezTo>
                          <a:pt x="11068" y="3265"/>
                          <a:pt x="11164" y="3601"/>
                          <a:pt x="11342" y="3893"/>
                        </a:cubicBezTo>
                        <a:lnTo>
                          <a:pt x="1324" y="7944"/>
                        </a:lnTo>
                        <a:cubicBezTo>
                          <a:pt x="654" y="8241"/>
                          <a:pt x="173" y="8851"/>
                          <a:pt x="38" y="9575"/>
                        </a:cubicBezTo>
                        <a:cubicBezTo>
                          <a:pt x="-98" y="10302"/>
                          <a:pt x="130" y="11048"/>
                          <a:pt x="654" y="11576"/>
                        </a:cubicBezTo>
                        <a:lnTo>
                          <a:pt x="10041" y="20946"/>
                        </a:lnTo>
                        <a:cubicBezTo>
                          <a:pt x="10445" y="21354"/>
                          <a:pt x="10982" y="21586"/>
                          <a:pt x="11549" y="21599"/>
                        </a:cubicBezTo>
                        <a:cubicBezTo>
                          <a:pt x="11562" y="21599"/>
                          <a:pt x="11593" y="21599"/>
                          <a:pt x="11605" y="21599"/>
                        </a:cubicBezTo>
                        <a:cubicBezTo>
                          <a:pt x="11754" y="21599"/>
                          <a:pt x="11906" y="21584"/>
                          <a:pt x="12056" y="21553"/>
                        </a:cubicBezTo>
                        <a:cubicBezTo>
                          <a:pt x="12789" y="21399"/>
                          <a:pt x="13390" y="20888"/>
                          <a:pt x="13662" y="20191"/>
                        </a:cubicBezTo>
                        <a:lnTo>
                          <a:pt x="17604" y="10229"/>
                        </a:lnTo>
                        <a:cubicBezTo>
                          <a:pt x="17902" y="10426"/>
                          <a:pt x="18250" y="10532"/>
                          <a:pt x="18613" y="10532"/>
                        </a:cubicBezTo>
                        <a:cubicBezTo>
                          <a:pt x="19107" y="10532"/>
                          <a:pt x="19570" y="10338"/>
                          <a:pt x="19918" y="9986"/>
                        </a:cubicBezTo>
                        <a:lnTo>
                          <a:pt x="20957" y="8937"/>
                        </a:lnTo>
                        <a:cubicBezTo>
                          <a:pt x="21308" y="8585"/>
                          <a:pt x="21502" y="8116"/>
                          <a:pt x="21502" y="7617"/>
                        </a:cubicBezTo>
                        <a:cubicBezTo>
                          <a:pt x="21502" y="7117"/>
                          <a:pt x="21308" y="6648"/>
                          <a:pt x="20961" y="6300"/>
                        </a:cubicBezTo>
                        <a:cubicBezTo>
                          <a:pt x="20961" y="6300"/>
                          <a:pt x="15260" y="545"/>
                          <a:pt x="15260" y="54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ffectLst/>
                </p:spPr>
                <p:txBody>
                  <a:bodyPr lIns="50800" tIns="50800" rIns="50800" bIns="50800" anchor="ctr"/>
                  <a:lstStyle/>
                  <a:p>
                    <a:pPr marL="0" marR="0" lvl="0" indent="0" algn="l" defTabSz="608965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en-US" sz="4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Calibri" panose="020F0502020204030204" pitchFamily="34" charset="0"/>
                      <a:cs typeface="+mn-ea"/>
                      <a:sym typeface="Calibri" panose="020F0502020204030204" pitchFamily="34" charset="0"/>
                    </a:endParaRPr>
                  </a:p>
                </p:txBody>
              </p:sp>
              <p:sp>
                <p:nvSpPr>
                  <p:cNvPr id="85" name="AutoShape 38"/>
                  <p:cNvSpPr/>
                  <p:nvPr/>
                </p:nvSpPr>
                <p:spPr bwMode="auto">
                  <a:xfrm>
                    <a:off x="11945" y="5948"/>
                    <a:ext cx="120" cy="120"/>
                  </a:xfrm>
                  <a:custGeom>
                    <a:avLst/>
                    <a:gdLst>
                      <a:gd name="T0" fmla="*/ 10800 w 21600"/>
                      <a:gd name="T1" fmla="*/ 10800 h 21600"/>
                      <a:gd name="T2" fmla="*/ 10800 w 21600"/>
                      <a:gd name="T3" fmla="*/ 10800 h 21600"/>
                      <a:gd name="T4" fmla="*/ 10800 w 21600"/>
                      <a:gd name="T5" fmla="*/ 10800 h 21600"/>
                      <a:gd name="T6" fmla="*/ 10800 w 21600"/>
                      <a:gd name="T7" fmla="*/ 108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21600" h="21600">
                        <a:moveTo>
                          <a:pt x="10800" y="4320"/>
                        </a:moveTo>
                        <a:cubicBezTo>
                          <a:pt x="14381" y="4320"/>
                          <a:pt x="17279" y="7222"/>
                          <a:pt x="17279" y="10800"/>
                        </a:cubicBezTo>
                        <a:cubicBezTo>
                          <a:pt x="17279" y="14377"/>
                          <a:pt x="14381" y="17279"/>
                          <a:pt x="10800" y="17279"/>
                        </a:cubicBezTo>
                        <a:cubicBezTo>
                          <a:pt x="7218" y="17279"/>
                          <a:pt x="4319" y="14377"/>
                          <a:pt x="4319" y="10800"/>
                        </a:cubicBezTo>
                        <a:cubicBezTo>
                          <a:pt x="4319" y="7222"/>
                          <a:pt x="7218" y="4320"/>
                          <a:pt x="10800" y="4320"/>
                        </a:cubicBezTo>
                        <a:moveTo>
                          <a:pt x="10800" y="21599"/>
                        </a:moveTo>
                        <a:cubicBezTo>
                          <a:pt x="16752" y="21599"/>
                          <a:pt x="21600" y="16756"/>
                          <a:pt x="21600" y="10800"/>
                        </a:cubicBezTo>
                        <a:cubicBezTo>
                          <a:pt x="21600" y="4843"/>
                          <a:pt x="16752" y="0"/>
                          <a:pt x="10800" y="0"/>
                        </a:cubicBezTo>
                        <a:cubicBezTo>
                          <a:pt x="4847" y="0"/>
                          <a:pt x="0" y="4843"/>
                          <a:pt x="0" y="10800"/>
                        </a:cubicBezTo>
                        <a:cubicBezTo>
                          <a:pt x="0" y="16756"/>
                          <a:pt x="4847" y="21599"/>
                          <a:pt x="10800" y="21599"/>
                        </a:cubicBezTo>
                      </a:path>
                    </a:pathLst>
                  </a:custGeom>
                  <a:grpFill/>
                  <a:ln>
                    <a:noFill/>
                  </a:ln>
                  <a:effectLst/>
                </p:spPr>
                <p:txBody>
                  <a:bodyPr lIns="50800" tIns="50800" rIns="50800" bIns="50800" anchor="ctr"/>
                  <a:lstStyle/>
                  <a:p>
                    <a:pPr marL="0" marR="0" lvl="0" indent="0" algn="l" defTabSz="608965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en-US" sz="4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Calibri" panose="020F0502020204030204" pitchFamily="34" charset="0"/>
                      <a:cs typeface="+mn-ea"/>
                      <a:sym typeface="Calibri" panose="020F0502020204030204" pitchFamily="34" charset="0"/>
                    </a:endParaRPr>
                  </a:p>
                </p:txBody>
              </p:sp>
              <p:sp>
                <p:nvSpPr>
                  <p:cNvPr id="86" name="AutoShape 39"/>
                  <p:cNvSpPr/>
                  <p:nvPr/>
                </p:nvSpPr>
                <p:spPr bwMode="auto">
                  <a:xfrm>
                    <a:off x="12258" y="5563"/>
                    <a:ext cx="120" cy="120"/>
                  </a:xfrm>
                  <a:custGeom>
                    <a:avLst/>
                    <a:gdLst>
                      <a:gd name="T0" fmla="*/ 10800 w 21600"/>
                      <a:gd name="T1" fmla="*/ 10800 h 21600"/>
                      <a:gd name="T2" fmla="*/ 10800 w 21600"/>
                      <a:gd name="T3" fmla="*/ 10800 h 21600"/>
                      <a:gd name="T4" fmla="*/ 10800 w 21600"/>
                      <a:gd name="T5" fmla="*/ 10800 h 21600"/>
                      <a:gd name="T6" fmla="*/ 10800 w 21600"/>
                      <a:gd name="T7" fmla="*/ 108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21600" h="21600">
                        <a:moveTo>
                          <a:pt x="10800" y="17279"/>
                        </a:moveTo>
                        <a:cubicBezTo>
                          <a:pt x="7218" y="17279"/>
                          <a:pt x="4320" y="14377"/>
                          <a:pt x="4320" y="10800"/>
                        </a:cubicBezTo>
                        <a:cubicBezTo>
                          <a:pt x="4320" y="7222"/>
                          <a:pt x="7218" y="4320"/>
                          <a:pt x="10800" y="4320"/>
                        </a:cubicBezTo>
                        <a:cubicBezTo>
                          <a:pt x="14381" y="4320"/>
                          <a:pt x="17280" y="7222"/>
                          <a:pt x="17280" y="10800"/>
                        </a:cubicBezTo>
                        <a:cubicBezTo>
                          <a:pt x="17280" y="14377"/>
                          <a:pt x="14381" y="17279"/>
                          <a:pt x="10800" y="17279"/>
                        </a:cubicBezTo>
                        <a:moveTo>
                          <a:pt x="10800" y="0"/>
                        </a:moveTo>
                        <a:cubicBezTo>
                          <a:pt x="4847" y="0"/>
                          <a:pt x="0" y="4843"/>
                          <a:pt x="0" y="10800"/>
                        </a:cubicBezTo>
                        <a:cubicBezTo>
                          <a:pt x="0" y="16756"/>
                          <a:pt x="4847" y="21599"/>
                          <a:pt x="10800" y="21599"/>
                        </a:cubicBezTo>
                        <a:cubicBezTo>
                          <a:pt x="16752" y="21599"/>
                          <a:pt x="21600" y="16756"/>
                          <a:pt x="21600" y="10800"/>
                        </a:cubicBezTo>
                        <a:cubicBezTo>
                          <a:pt x="21600" y="4843"/>
                          <a:pt x="16752" y="0"/>
                          <a:pt x="10800" y="0"/>
                        </a:cubicBezTo>
                      </a:path>
                    </a:pathLst>
                  </a:custGeom>
                  <a:grpFill/>
                  <a:ln>
                    <a:noFill/>
                  </a:ln>
                  <a:effectLst/>
                </p:spPr>
                <p:txBody>
                  <a:bodyPr lIns="50800" tIns="50800" rIns="50800" bIns="50800" anchor="ctr"/>
                  <a:lstStyle/>
                  <a:p>
                    <a:pPr marL="0" marR="0" lvl="0" indent="0" algn="l" defTabSz="608965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en-US" sz="4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Calibri" panose="020F0502020204030204" pitchFamily="34" charset="0"/>
                      <a:cs typeface="+mn-ea"/>
                      <a:sym typeface="Calibri" panose="020F0502020204030204" pitchFamily="34" charset="0"/>
                    </a:endParaRPr>
                  </a:p>
                </p:txBody>
              </p:sp>
              <p:sp>
                <p:nvSpPr>
                  <p:cNvPr id="87" name="AutoShape 40"/>
                  <p:cNvSpPr/>
                  <p:nvPr/>
                </p:nvSpPr>
                <p:spPr bwMode="auto">
                  <a:xfrm>
                    <a:off x="11800" y="5923"/>
                    <a:ext cx="95" cy="95"/>
                  </a:xfrm>
                  <a:custGeom>
                    <a:avLst/>
                    <a:gdLst>
                      <a:gd name="T0" fmla="*/ 10800 w 21600"/>
                      <a:gd name="T1" fmla="*/ 10800 h 21600"/>
                      <a:gd name="T2" fmla="*/ 10800 w 21600"/>
                      <a:gd name="T3" fmla="*/ 10800 h 21600"/>
                      <a:gd name="T4" fmla="*/ 10800 w 21600"/>
                      <a:gd name="T5" fmla="*/ 10800 h 21600"/>
                      <a:gd name="T6" fmla="*/ 10800 w 21600"/>
                      <a:gd name="T7" fmla="*/ 108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21600" h="21600">
                        <a:moveTo>
                          <a:pt x="10800" y="5400"/>
                        </a:moveTo>
                        <a:cubicBezTo>
                          <a:pt x="13779" y="5400"/>
                          <a:pt x="16199" y="7815"/>
                          <a:pt x="16199" y="10800"/>
                        </a:cubicBezTo>
                        <a:cubicBezTo>
                          <a:pt x="16199" y="13784"/>
                          <a:pt x="13779" y="16200"/>
                          <a:pt x="10800" y="16200"/>
                        </a:cubicBezTo>
                        <a:cubicBezTo>
                          <a:pt x="7820" y="16200"/>
                          <a:pt x="5399" y="13784"/>
                          <a:pt x="5399" y="10800"/>
                        </a:cubicBezTo>
                        <a:cubicBezTo>
                          <a:pt x="5399" y="7815"/>
                          <a:pt x="7820" y="5400"/>
                          <a:pt x="10800" y="5400"/>
                        </a:cubicBezTo>
                        <a:moveTo>
                          <a:pt x="0" y="10800"/>
                        </a:moveTo>
                        <a:cubicBezTo>
                          <a:pt x="0" y="16753"/>
                          <a:pt x="4843" y="21599"/>
                          <a:pt x="10800" y="21599"/>
                        </a:cubicBezTo>
                        <a:cubicBezTo>
                          <a:pt x="16756" y="21599"/>
                          <a:pt x="21600" y="16753"/>
                          <a:pt x="21600" y="10800"/>
                        </a:cubicBezTo>
                        <a:cubicBezTo>
                          <a:pt x="21600" y="4846"/>
                          <a:pt x="16756" y="0"/>
                          <a:pt x="10800" y="0"/>
                        </a:cubicBezTo>
                        <a:cubicBezTo>
                          <a:pt x="4843" y="0"/>
                          <a:pt x="0" y="4846"/>
                          <a:pt x="0" y="10800"/>
                        </a:cubicBezTo>
                      </a:path>
                    </a:pathLst>
                  </a:custGeom>
                  <a:grpFill/>
                  <a:ln>
                    <a:noFill/>
                  </a:ln>
                  <a:effectLst/>
                </p:spPr>
                <p:txBody>
                  <a:bodyPr lIns="50800" tIns="50800" rIns="50800" bIns="50800" anchor="ctr"/>
                  <a:lstStyle/>
                  <a:p>
                    <a:pPr marL="0" marR="0" lvl="0" indent="0" algn="l" defTabSz="608965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en-US" sz="4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Calibri" panose="020F0502020204030204" pitchFamily="34" charset="0"/>
                      <a:cs typeface="+mn-ea"/>
                      <a:sym typeface="Calibri" panose="020F0502020204030204" pitchFamily="34" charset="0"/>
                    </a:endParaRPr>
                  </a:p>
                </p:txBody>
              </p:sp>
              <p:sp>
                <p:nvSpPr>
                  <p:cNvPr id="88" name="AutoShape 41"/>
                  <p:cNvSpPr/>
                  <p:nvPr/>
                </p:nvSpPr>
                <p:spPr bwMode="auto">
                  <a:xfrm>
                    <a:off x="11895" y="6093"/>
                    <a:ext cx="50" cy="45"/>
                  </a:xfrm>
                  <a:custGeom>
                    <a:avLst/>
                    <a:gdLst>
                      <a:gd name="T0" fmla="*/ 10800 w 21600"/>
                      <a:gd name="T1" fmla="*/ 10800 h 21600"/>
                      <a:gd name="T2" fmla="*/ 10800 w 21600"/>
                      <a:gd name="T3" fmla="*/ 10800 h 21600"/>
                      <a:gd name="T4" fmla="*/ 10800 w 21600"/>
                      <a:gd name="T5" fmla="*/ 10800 h 21600"/>
                      <a:gd name="T6" fmla="*/ 10800 w 21600"/>
                      <a:gd name="T7" fmla="*/ 108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21600" h="21600">
                        <a:moveTo>
                          <a:pt x="10800" y="21599"/>
                        </a:moveTo>
                        <a:cubicBezTo>
                          <a:pt x="16758" y="21599"/>
                          <a:pt x="21600" y="16769"/>
                          <a:pt x="21600" y="10800"/>
                        </a:cubicBezTo>
                        <a:cubicBezTo>
                          <a:pt x="21600" y="4830"/>
                          <a:pt x="16758" y="0"/>
                          <a:pt x="10800" y="0"/>
                        </a:cubicBezTo>
                        <a:cubicBezTo>
                          <a:pt x="4841" y="0"/>
                          <a:pt x="0" y="4830"/>
                          <a:pt x="0" y="10800"/>
                        </a:cubicBezTo>
                        <a:cubicBezTo>
                          <a:pt x="0" y="16769"/>
                          <a:pt x="4841" y="21599"/>
                          <a:pt x="10800" y="21599"/>
                        </a:cubicBezTo>
                      </a:path>
                    </a:pathLst>
                  </a:custGeom>
                  <a:grpFill/>
                  <a:ln>
                    <a:noFill/>
                  </a:ln>
                  <a:effectLst/>
                </p:spPr>
                <p:txBody>
                  <a:bodyPr lIns="50800" tIns="50800" rIns="50800" bIns="50800" anchor="ctr"/>
                  <a:lstStyle/>
                  <a:p>
                    <a:pPr marL="0" marR="0" lvl="0" indent="0" algn="l" defTabSz="608965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en-US" sz="4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Calibri" panose="020F0502020204030204" pitchFamily="34" charset="0"/>
                      <a:cs typeface="+mn-ea"/>
                      <a:sym typeface="Calibri" panose="020F0502020204030204" pitchFamily="34" charset="0"/>
                    </a:endParaRPr>
                  </a:p>
                </p:txBody>
              </p:sp>
              <p:sp>
                <p:nvSpPr>
                  <p:cNvPr id="89" name="AutoShape 42"/>
                  <p:cNvSpPr/>
                  <p:nvPr/>
                </p:nvSpPr>
                <p:spPr bwMode="auto">
                  <a:xfrm>
                    <a:off x="12280" y="5728"/>
                    <a:ext cx="48" cy="50"/>
                  </a:xfrm>
                  <a:custGeom>
                    <a:avLst/>
                    <a:gdLst>
                      <a:gd name="T0" fmla="*/ 10800 w 21600"/>
                      <a:gd name="T1" fmla="*/ 10800 h 21600"/>
                      <a:gd name="T2" fmla="*/ 10800 w 21600"/>
                      <a:gd name="T3" fmla="*/ 10800 h 21600"/>
                      <a:gd name="T4" fmla="*/ 10800 w 21600"/>
                      <a:gd name="T5" fmla="*/ 10800 h 21600"/>
                      <a:gd name="T6" fmla="*/ 10800 w 21600"/>
                      <a:gd name="T7" fmla="*/ 108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21600" h="21600">
                        <a:moveTo>
                          <a:pt x="10800" y="0"/>
                        </a:moveTo>
                        <a:cubicBezTo>
                          <a:pt x="4841" y="0"/>
                          <a:pt x="0" y="4830"/>
                          <a:pt x="0" y="10800"/>
                        </a:cubicBezTo>
                        <a:cubicBezTo>
                          <a:pt x="0" y="16769"/>
                          <a:pt x="4841" y="21599"/>
                          <a:pt x="10800" y="21599"/>
                        </a:cubicBezTo>
                        <a:cubicBezTo>
                          <a:pt x="16758" y="21599"/>
                          <a:pt x="21600" y="16769"/>
                          <a:pt x="21600" y="10800"/>
                        </a:cubicBezTo>
                        <a:cubicBezTo>
                          <a:pt x="21600" y="4830"/>
                          <a:pt x="16758" y="0"/>
                          <a:pt x="10800" y="0"/>
                        </a:cubicBezTo>
                      </a:path>
                    </a:pathLst>
                  </a:custGeom>
                  <a:grpFill/>
                  <a:ln>
                    <a:noFill/>
                  </a:ln>
                  <a:effectLst/>
                </p:spPr>
                <p:txBody>
                  <a:bodyPr lIns="50800" tIns="50800" rIns="50800" bIns="50800" anchor="ctr"/>
                  <a:lstStyle/>
                  <a:p>
                    <a:pPr marL="0" marR="0" lvl="0" indent="0" algn="l" defTabSz="608965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en-US" sz="4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Calibri" panose="020F0502020204030204" pitchFamily="34" charset="0"/>
                      <a:cs typeface="+mn-ea"/>
                      <a:sym typeface="Calibri" panose="020F0502020204030204" pitchFamily="34" charset="0"/>
                    </a:endParaRPr>
                  </a:p>
                </p:txBody>
              </p:sp>
            </p:grpSp>
          </p:grpSp>
          <p:grpSp>
            <p:nvGrpSpPr>
              <p:cNvPr id="17" name="组合 16"/>
              <p:cNvGrpSpPr/>
              <p:nvPr/>
            </p:nvGrpSpPr>
            <p:grpSpPr>
              <a:xfrm>
                <a:off x="7029" y="7709"/>
                <a:ext cx="1042" cy="1044"/>
                <a:chOff x="7029" y="7709"/>
                <a:chExt cx="1042" cy="1044"/>
              </a:xfrm>
            </p:grpSpPr>
            <p:sp>
              <p:nvSpPr>
                <p:cNvPr id="17423" name="PA_淘宝店chenying0907 15"/>
                <p:cNvSpPr>
                  <a:spLocks noChangeArrowheads="1"/>
                </p:cNvSpPr>
                <p:nvPr>
                  <p:custDataLst>
                    <p:tags r:id="rId6"/>
                  </p:custDataLst>
                </p:nvPr>
              </p:nvSpPr>
              <p:spPr bwMode="auto">
                <a:xfrm>
                  <a:off x="7029" y="7709"/>
                  <a:ext cx="1043" cy="1044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/>
                <a:lstStyle/>
                <a:p>
                  <a:endParaRPr lang="zh-CN" altLang="en-US">
                    <a:solidFill>
                      <a:prstClr val="black"/>
                    </a:solidFill>
                    <a:latin typeface="Calibri" panose="020F0502020204030204" pitchFamily="34" charset="0"/>
                    <a:cs typeface="+mn-ea"/>
                    <a:sym typeface="Calibri" panose="020F0502020204030204" pitchFamily="34" charset="0"/>
                  </a:endParaRPr>
                </a:p>
              </p:txBody>
            </p:sp>
            <p:sp>
              <p:nvSpPr>
                <p:cNvPr id="11" name="AutoShape 100"/>
                <p:cNvSpPr/>
                <p:nvPr/>
              </p:nvSpPr>
              <p:spPr bwMode="auto">
                <a:xfrm>
                  <a:off x="7324" y="7972"/>
                  <a:ext cx="453" cy="519"/>
                </a:xfrm>
                <a:custGeom>
                  <a:avLst/>
                  <a:gdLst>
                    <a:gd name="T0" fmla="*/ 10800 w 21600"/>
                    <a:gd name="T1" fmla="*/ 10800 h 21600"/>
                    <a:gd name="T2" fmla="*/ 10800 w 21600"/>
                    <a:gd name="T3" fmla="*/ 10800 h 21600"/>
                    <a:gd name="T4" fmla="*/ 10800 w 21600"/>
                    <a:gd name="T5" fmla="*/ 10800 h 21600"/>
                    <a:gd name="T6" fmla="*/ 10800 w 21600"/>
                    <a:gd name="T7" fmla="*/ 108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600" h="21600">
                      <a:moveTo>
                        <a:pt x="20057" y="6750"/>
                      </a:moveTo>
                      <a:lnTo>
                        <a:pt x="1542" y="6750"/>
                      </a:lnTo>
                      <a:lnTo>
                        <a:pt x="1542" y="4725"/>
                      </a:lnTo>
                      <a:lnTo>
                        <a:pt x="20057" y="4725"/>
                      </a:lnTo>
                      <a:cubicBezTo>
                        <a:pt x="20057" y="4725"/>
                        <a:pt x="20057" y="6750"/>
                        <a:pt x="20057" y="6750"/>
                      </a:cubicBezTo>
                      <a:close/>
                      <a:moveTo>
                        <a:pt x="17485" y="10124"/>
                      </a:moveTo>
                      <a:lnTo>
                        <a:pt x="4113" y="10124"/>
                      </a:lnTo>
                      <a:lnTo>
                        <a:pt x="3857" y="8100"/>
                      </a:lnTo>
                      <a:lnTo>
                        <a:pt x="17742" y="8100"/>
                      </a:lnTo>
                      <a:cubicBezTo>
                        <a:pt x="17742" y="8100"/>
                        <a:pt x="17485" y="10124"/>
                        <a:pt x="17485" y="10124"/>
                      </a:cubicBezTo>
                      <a:close/>
                      <a:moveTo>
                        <a:pt x="16542" y="17549"/>
                      </a:moveTo>
                      <a:lnTo>
                        <a:pt x="5057" y="17549"/>
                      </a:lnTo>
                      <a:lnTo>
                        <a:pt x="4199" y="10800"/>
                      </a:lnTo>
                      <a:lnTo>
                        <a:pt x="17399" y="10800"/>
                      </a:lnTo>
                      <a:cubicBezTo>
                        <a:pt x="17399" y="10800"/>
                        <a:pt x="16542" y="17549"/>
                        <a:pt x="16542" y="17549"/>
                      </a:cubicBezTo>
                      <a:close/>
                      <a:moveTo>
                        <a:pt x="5400" y="20249"/>
                      </a:moveTo>
                      <a:lnTo>
                        <a:pt x="5142" y="18225"/>
                      </a:lnTo>
                      <a:lnTo>
                        <a:pt x="16456" y="18225"/>
                      </a:lnTo>
                      <a:lnTo>
                        <a:pt x="16200" y="20249"/>
                      </a:lnTo>
                      <a:cubicBezTo>
                        <a:pt x="16200" y="20249"/>
                        <a:pt x="5400" y="20249"/>
                        <a:pt x="5400" y="20249"/>
                      </a:cubicBezTo>
                      <a:close/>
                      <a:moveTo>
                        <a:pt x="3857" y="1350"/>
                      </a:moveTo>
                      <a:lnTo>
                        <a:pt x="17742" y="1350"/>
                      </a:lnTo>
                      <a:lnTo>
                        <a:pt x="18514" y="3375"/>
                      </a:lnTo>
                      <a:lnTo>
                        <a:pt x="3085" y="3375"/>
                      </a:lnTo>
                      <a:cubicBezTo>
                        <a:pt x="3085" y="3375"/>
                        <a:pt x="3857" y="1350"/>
                        <a:pt x="3857" y="1350"/>
                      </a:cubicBezTo>
                      <a:close/>
                      <a:moveTo>
                        <a:pt x="20143" y="3389"/>
                      </a:moveTo>
                      <a:lnTo>
                        <a:pt x="19205" y="922"/>
                      </a:lnTo>
                      <a:cubicBezTo>
                        <a:pt x="18996" y="371"/>
                        <a:pt x="18407" y="0"/>
                        <a:pt x="17742" y="0"/>
                      </a:cubicBezTo>
                      <a:lnTo>
                        <a:pt x="3857" y="0"/>
                      </a:lnTo>
                      <a:cubicBezTo>
                        <a:pt x="3192" y="0"/>
                        <a:pt x="2603" y="371"/>
                        <a:pt x="2393" y="922"/>
                      </a:cubicBezTo>
                      <a:lnTo>
                        <a:pt x="1448" y="3391"/>
                      </a:lnTo>
                      <a:cubicBezTo>
                        <a:pt x="643" y="3436"/>
                        <a:pt x="0" y="4008"/>
                        <a:pt x="0" y="4725"/>
                      </a:cubicBezTo>
                      <a:lnTo>
                        <a:pt x="0" y="6750"/>
                      </a:lnTo>
                      <a:cubicBezTo>
                        <a:pt x="0" y="7495"/>
                        <a:pt x="690" y="8100"/>
                        <a:pt x="1542" y="8100"/>
                      </a:cubicBezTo>
                      <a:lnTo>
                        <a:pt x="2340" y="8100"/>
                      </a:lnTo>
                      <a:cubicBezTo>
                        <a:pt x="2340" y="8150"/>
                        <a:pt x="2317" y="8198"/>
                        <a:pt x="2323" y="8249"/>
                      </a:cubicBezTo>
                      <a:lnTo>
                        <a:pt x="3866" y="20398"/>
                      </a:lnTo>
                      <a:cubicBezTo>
                        <a:pt x="3953" y="21082"/>
                        <a:pt x="4614" y="21599"/>
                        <a:pt x="5400" y="21599"/>
                      </a:cubicBezTo>
                      <a:lnTo>
                        <a:pt x="16200" y="21599"/>
                      </a:lnTo>
                      <a:cubicBezTo>
                        <a:pt x="16986" y="21599"/>
                        <a:pt x="17646" y="21082"/>
                        <a:pt x="17732" y="20398"/>
                      </a:cubicBezTo>
                      <a:lnTo>
                        <a:pt x="19275" y="8249"/>
                      </a:lnTo>
                      <a:cubicBezTo>
                        <a:pt x="19282" y="8198"/>
                        <a:pt x="19258" y="8150"/>
                        <a:pt x="19258" y="8100"/>
                      </a:cubicBezTo>
                      <a:lnTo>
                        <a:pt x="20057" y="8100"/>
                      </a:lnTo>
                      <a:cubicBezTo>
                        <a:pt x="20908" y="8100"/>
                        <a:pt x="21600" y="7495"/>
                        <a:pt x="21600" y="6750"/>
                      </a:cubicBezTo>
                      <a:lnTo>
                        <a:pt x="21600" y="4725"/>
                      </a:lnTo>
                      <a:cubicBezTo>
                        <a:pt x="21600" y="4006"/>
                        <a:pt x="20952" y="3431"/>
                        <a:pt x="20143" y="3389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lIns="50800" tIns="50800" rIns="50800" bIns="50800" anchor="ctr"/>
                <a:lstStyle/>
                <a:p>
                  <a:pPr marL="0" marR="0" lvl="0" indent="0" algn="l" defTabSz="60896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Calibri" panose="020F0502020204030204" pitchFamily="34" charset="0"/>
                    <a:cs typeface="+mn-ea"/>
                    <a:sym typeface="Calibri" panose="020F0502020204030204" pitchFamily="34" charset="0"/>
                  </a:endParaRPr>
                </a:p>
              </p:txBody>
            </p:sp>
          </p:grpSp>
          <p:grpSp>
            <p:nvGrpSpPr>
              <p:cNvPr id="18" name="组合 17"/>
              <p:cNvGrpSpPr/>
              <p:nvPr/>
            </p:nvGrpSpPr>
            <p:grpSpPr>
              <a:xfrm>
                <a:off x="6182" y="5746"/>
                <a:ext cx="1042" cy="1042"/>
                <a:chOff x="6182" y="5746"/>
                <a:chExt cx="1042" cy="1042"/>
              </a:xfrm>
            </p:grpSpPr>
            <p:sp>
              <p:nvSpPr>
                <p:cNvPr id="17422" name="PA_淘宝店chenying0907 14"/>
                <p:cNvSpPr>
                  <a:spLocks noChangeArrowheads="1"/>
                </p:cNvSpPr>
                <p:nvPr>
                  <p:custDataLst>
                    <p:tags r:id="rId7"/>
                  </p:custDataLst>
                </p:nvPr>
              </p:nvSpPr>
              <p:spPr bwMode="auto">
                <a:xfrm>
                  <a:off x="6182" y="5746"/>
                  <a:ext cx="1043" cy="1043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/>
                <a:lstStyle/>
                <a:p>
                  <a:endParaRPr lang="zh-CN" altLang="en-US">
                    <a:solidFill>
                      <a:prstClr val="black"/>
                    </a:solidFill>
                    <a:latin typeface="Calibri" panose="020F0502020204030204" pitchFamily="34" charset="0"/>
                    <a:cs typeface="+mn-ea"/>
                    <a:sym typeface="Calibri" panose="020F0502020204030204" pitchFamily="34" charset="0"/>
                  </a:endParaRPr>
                </a:p>
              </p:txBody>
            </p:sp>
            <p:grpSp>
              <p:nvGrpSpPr>
                <p:cNvPr id="12" name="组合 11"/>
                <p:cNvGrpSpPr/>
                <p:nvPr/>
              </p:nvGrpSpPr>
              <p:grpSpPr>
                <a:xfrm>
                  <a:off x="6443" y="6091"/>
                  <a:ext cx="517" cy="386"/>
                  <a:chOff x="745" y="5668"/>
                  <a:chExt cx="768" cy="574"/>
                </a:xfrm>
                <a:solidFill>
                  <a:schemeClr val="bg1"/>
                </a:solidFill>
              </p:grpSpPr>
              <p:sp>
                <p:nvSpPr>
                  <p:cNvPr id="165" name="AutoShape 118"/>
                  <p:cNvSpPr/>
                  <p:nvPr/>
                </p:nvSpPr>
                <p:spPr bwMode="auto">
                  <a:xfrm>
                    <a:off x="745" y="5668"/>
                    <a:ext cx="768" cy="575"/>
                  </a:xfrm>
                  <a:custGeom>
                    <a:avLst/>
                    <a:gdLst>
                      <a:gd name="T0" fmla="*/ 10732 w 21464"/>
                      <a:gd name="T1" fmla="*/ 10800 h 21600"/>
                      <a:gd name="T2" fmla="*/ 10732 w 21464"/>
                      <a:gd name="T3" fmla="*/ 10800 h 21600"/>
                      <a:gd name="T4" fmla="*/ 10732 w 21464"/>
                      <a:gd name="T5" fmla="*/ 10800 h 21600"/>
                      <a:gd name="T6" fmla="*/ 10732 w 21464"/>
                      <a:gd name="T7" fmla="*/ 108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21464" h="21600">
                        <a:moveTo>
                          <a:pt x="19918" y="11754"/>
                        </a:moveTo>
                        <a:lnTo>
                          <a:pt x="16564" y="18954"/>
                        </a:lnTo>
                        <a:cubicBezTo>
                          <a:pt x="16317" y="19484"/>
                          <a:pt x="15892" y="19800"/>
                          <a:pt x="15427" y="19800"/>
                        </a:cubicBezTo>
                        <a:lnTo>
                          <a:pt x="2683" y="19800"/>
                        </a:lnTo>
                        <a:cubicBezTo>
                          <a:pt x="1943" y="19800"/>
                          <a:pt x="1341" y="18992"/>
                          <a:pt x="1341" y="18000"/>
                        </a:cubicBezTo>
                        <a:lnTo>
                          <a:pt x="1341" y="3600"/>
                        </a:lnTo>
                        <a:cubicBezTo>
                          <a:pt x="1341" y="2608"/>
                          <a:pt x="1943" y="1800"/>
                          <a:pt x="2683" y="1800"/>
                        </a:cubicBezTo>
                        <a:lnTo>
                          <a:pt x="15427" y="1800"/>
                        </a:lnTo>
                        <a:cubicBezTo>
                          <a:pt x="15892" y="1800"/>
                          <a:pt x="16317" y="2116"/>
                          <a:pt x="16564" y="2645"/>
                        </a:cubicBezTo>
                        <a:lnTo>
                          <a:pt x="19917" y="9845"/>
                        </a:lnTo>
                        <a:cubicBezTo>
                          <a:pt x="20188" y="10425"/>
                          <a:pt x="20188" y="11174"/>
                          <a:pt x="19918" y="11754"/>
                        </a:cubicBezTo>
                        <a:moveTo>
                          <a:pt x="21055" y="8891"/>
                        </a:moveTo>
                        <a:lnTo>
                          <a:pt x="17701" y="1691"/>
                        </a:lnTo>
                        <a:cubicBezTo>
                          <a:pt x="17211" y="639"/>
                          <a:pt x="16352" y="0"/>
                          <a:pt x="15427" y="0"/>
                        </a:cubicBezTo>
                        <a:lnTo>
                          <a:pt x="2683" y="0"/>
                        </a:lnTo>
                        <a:cubicBezTo>
                          <a:pt x="1201" y="0"/>
                          <a:pt x="0" y="1611"/>
                          <a:pt x="0" y="3600"/>
                        </a:cubicBezTo>
                        <a:lnTo>
                          <a:pt x="0" y="18000"/>
                        </a:lnTo>
                        <a:cubicBezTo>
                          <a:pt x="0" y="19988"/>
                          <a:pt x="1201" y="21599"/>
                          <a:pt x="2683" y="21599"/>
                        </a:cubicBezTo>
                        <a:lnTo>
                          <a:pt x="15427" y="21599"/>
                        </a:lnTo>
                        <a:cubicBezTo>
                          <a:pt x="16352" y="21599"/>
                          <a:pt x="17211" y="20960"/>
                          <a:pt x="17701" y="19908"/>
                        </a:cubicBezTo>
                        <a:lnTo>
                          <a:pt x="21055" y="12708"/>
                        </a:lnTo>
                        <a:cubicBezTo>
                          <a:pt x="21600" y="11541"/>
                          <a:pt x="21600" y="10059"/>
                          <a:pt x="21055" y="8891"/>
                        </a:cubicBezTo>
                      </a:path>
                    </a:pathLst>
                  </a:custGeom>
                  <a:grpFill/>
                  <a:ln>
                    <a:noFill/>
                  </a:ln>
                  <a:effectLst/>
                </p:spPr>
                <p:txBody>
                  <a:bodyPr lIns="50800" tIns="50800" rIns="50800" bIns="50800" anchor="ctr"/>
                  <a:lstStyle/>
                  <a:p>
                    <a:pPr marL="0" marR="0" lvl="0" indent="0" algn="l" defTabSz="608965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en-US" sz="4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Calibri" panose="020F0502020204030204" pitchFamily="34" charset="0"/>
                      <a:cs typeface="+mn-ea"/>
                      <a:sym typeface="Calibri" panose="020F0502020204030204" pitchFamily="34" charset="0"/>
                    </a:endParaRPr>
                  </a:p>
                </p:txBody>
              </p:sp>
              <p:sp>
                <p:nvSpPr>
                  <p:cNvPr id="166" name="AutoShape 119"/>
                  <p:cNvSpPr/>
                  <p:nvPr/>
                </p:nvSpPr>
                <p:spPr bwMode="auto">
                  <a:xfrm>
                    <a:off x="1223" y="5883"/>
                    <a:ext cx="145" cy="145"/>
                  </a:xfrm>
                  <a:custGeom>
                    <a:avLst/>
                    <a:gdLst>
                      <a:gd name="T0" fmla="*/ 10800 w 21600"/>
                      <a:gd name="T1" fmla="*/ 10800 h 21600"/>
                      <a:gd name="T2" fmla="*/ 10800 w 21600"/>
                      <a:gd name="T3" fmla="*/ 10800 h 21600"/>
                      <a:gd name="T4" fmla="*/ 10800 w 21600"/>
                      <a:gd name="T5" fmla="*/ 10800 h 21600"/>
                      <a:gd name="T6" fmla="*/ 10800 w 21600"/>
                      <a:gd name="T7" fmla="*/ 108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21600" h="21600">
                        <a:moveTo>
                          <a:pt x="10800" y="18000"/>
                        </a:moveTo>
                        <a:cubicBezTo>
                          <a:pt x="6825" y="18000"/>
                          <a:pt x="3600" y="14774"/>
                          <a:pt x="3600" y="10800"/>
                        </a:cubicBezTo>
                        <a:cubicBezTo>
                          <a:pt x="3600" y="6825"/>
                          <a:pt x="6825" y="3600"/>
                          <a:pt x="10800" y="3600"/>
                        </a:cubicBezTo>
                        <a:cubicBezTo>
                          <a:pt x="14774" y="3600"/>
                          <a:pt x="17999" y="6825"/>
                          <a:pt x="17999" y="10800"/>
                        </a:cubicBezTo>
                        <a:cubicBezTo>
                          <a:pt x="17999" y="14774"/>
                          <a:pt x="14774" y="18000"/>
                          <a:pt x="10800" y="18000"/>
                        </a:cubicBezTo>
                        <a:moveTo>
                          <a:pt x="10800" y="0"/>
                        </a:moveTo>
                        <a:cubicBezTo>
                          <a:pt x="4833" y="0"/>
                          <a:pt x="0" y="4833"/>
                          <a:pt x="0" y="10800"/>
                        </a:cubicBezTo>
                        <a:cubicBezTo>
                          <a:pt x="0" y="16766"/>
                          <a:pt x="4833" y="21599"/>
                          <a:pt x="10800" y="21599"/>
                        </a:cubicBezTo>
                        <a:cubicBezTo>
                          <a:pt x="16766" y="21599"/>
                          <a:pt x="21600" y="16766"/>
                          <a:pt x="21600" y="10800"/>
                        </a:cubicBezTo>
                        <a:cubicBezTo>
                          <a:pt x="21600" y="4833"/>
                          <a:pt x="16766" y="0"/>
                          <a:pt x="10800" y="0"/>
                        </a:cubicBezTo>
                      </a:path>
                    </a:pathLst>
                  </a:custGeom>
                  <a:grpFill/>
                  <a:ln>
                    <a:noFill/>
                  </a:ln>
                  <a:effectLst/>
                </p:spPr>
                <p:txBody>
                  <a:bodyPr lIns="50800" tIns="50800" rIns="50800" bIns="50800" anchor="ctr"/>
                  <a:lstStyle/>
                  <a:p>
                    <a:pPr marL="0" marR="0" lvl="0" indent="0" algn="l" defTabSz="608965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en-US" sz="4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Calibri" panose="020F0502020204030204" pitchFamily="34" charset="0"/>
                      <a:cs typeface="+mn-ea"/>
                      <a:sym typeface="Calibri" panose="020F0502020204030204" pitchFamily="34" charset="0"/>
                    </a:endParaRPr>
                  </a:p>
                </p:txBody>
              </p:sp>
            </p:grpSp>
          </p:grpSp>
          <p:grpSp>
            <p:nvGrpSpPr>
              <p:cNvPr id="19" name="组合 18"/>
              <p:cNvGrpSpPr/>
              <p:nvPr/>
            </p:nvGrpSpPr>
            <p:grpSpPr>
              <a:xfrm>
                <a:off x="7029" y="3671"/>
                <a:ext cx="1042" cy="1044"/>
                <a:chOff x="7029" y="3671"/>
                <a:chExt cx="1042" cy="1044"/>
              </a:xfrm>
            </p:grpSpPr>
            <p:sp>
              <p:nvSpPr>
                <p:cNvPr id="17425" name="PA_淘宝店chenying0907 17"/>
                <p:cNvSpPr>
                  <a:spLocks noChangeArrowheads="1"/>
                </p:cNvSpPr>
                <p:nvPr>
                  <p:custDataLst>
                    <p:tags r:id="rId8"/>
                  </p:custDataLst>
                </p:nvPr>
              </p:nvSpPr>
              <p:spPr bwMode="auto">
                <a:xfrm>
                  <a:off x="7029" y="3671"/>
                  <a:ext cx="1043" cy="1044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/>
                <a:lstStyle/>
                <a:p>
                  <a:endParaRPr lang="zh-CN" altLang="en-US">
                    <a:solidFill>
                      <a:prstClr val="black"/>
                    </a:solidFill>
                    <a:latin typeface="Calibri" panose="020F0502020204030204" pitchFamily="34" charset="0"/>
                    <a:cs typeface="+mn-ea"/>
                    <a:sym typeface="Calibri" panose="020F0502020204030204" pitchFamily="34" charset="0"/>
                  </a:endParaRPr>
                </a:p>
              </p:txBody>
            </p:sp>
            <p:sp>
              <p:nvSpPr>
                <p:cNvPr id="173" name="AutoShape 126"/>
                <p:cNvSpPr/>
                <p:nvPr/>
              </p:nvSpPr>
              <p:spPr bwMode="auto">
                <a:xfrm>
                  <a:off x="7292" y="3934"/>
                  <a:ext cx="516" cy="518"/>
                </a:xfrm>
                <a:custGeom>
                  <a:avLst/>
                  <a:gdLst>
                    <a:gd name="T0" fmla="*/ 10800 w 21600"/>
                    <a:gd name="T1" fmla="*/ 10800 h 21600"/>
                    <a:gd name="T2" fmla="*/ 10800 w 21600"/>
                    <a:gd name="T3" fmla="*/ 10800 h 21600"/>
                    <a:gd name="T4" fmla="*/ 10800 w 21600"/>
                    <a:gd name="T5" fmla="*/ 10800 h 21600"/>
                    <a:gd name="T6" fmla="*/ 10800 w 21600"/>
                    <a:gd name="T7" fmla="*/ 108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600" h="21600">
                      <a:moveTo>
                        <a:pt x="13499" y="14850"/>
                      </a:moveTo>
                      <a:cubicBezTo>
                        <a:pt x="9772" y="14850"/>
                        <a:pt x="6749" y="11827"/>
                        <a:pt x="6749" y="8100"/>
                      </a:cubicBezTo>
                      <a:cubicBezTo>
                        <a:pt x="6749" y="4372"/>
                        <a:pt x="9772" y="1350"/>
                        <a:pt x="13499" y="1350"/>
                      </a:cubicBezTo>
                      <a:cubicBezTo>
                        <a:pt x="17227" y="1350"/>
                        <a:pt x="20249" y="4372"/>
                        <a:pt x="20249" y="8100"/>
                      </a:cubicBezTo>
                      <a:cubicBezTo>
                        <a:pt x="20249" y="11827"/>
                        <a:pt x="17227" y="14850"/>
                        <a:pt x="13499" y="14850"/>
                      </a:cubicBezTo>
                      <a:moveTo>
                        <a:pt x="3236" y="20042"/>
                      </a:moveTo>
                      <a:cubicBezTo>
                        <a:pt x="3019" y="20266"/>
                        <a:pt x="2718" y="20408"/>
                        <a:pt x="2382" y="20408"/>
                      </a:cubicBezTo>
                      <a:cubicBezTo>
                        <a:pt x="1724" y="20408"/>
                        <a:pt x="1191" y="19875"/>
                        <a:pt x="1191" y="19218"/>
                      </a:cubicBezTo>
                      <a:cubicBezTo>
                        <a:pt x="1191" y="18881"/>
                        <a:pt x="1332" y="18580"/>
                        <a:pt x="1557" y="18363"/>
                      </a:cubicBezTo>
                      <a:lnTo>
                        <a:pt x="1551" y="18358"/>
                      </a:lnTo>
                      <a:lnTo>
                        <a:pt x="6996" y="12913"/>
                      </a:lnTo>
                      <a:cubicBezTo>
                        <a:pt x="7472" y="13555"/>
                        <a:pt x="8039" y="14122"/>
                        <a:pt x="8680" y="14599"/>
                      </a:cubicBezTo>
                      <a:cubicBezTo>
                        <a:pt x="8680" y="14599"/>
                        <a:pt x="3236" y="20042"/>
                        <a:pt x="3236" y="20042"/>
                      </a:cubicBezTo>
                      <a:close/>
                      <a:moveTo>
                        <a:pt x="13499" y="0"/>
                      </a:moveTo>
                      <a:cubicBezTo>
                        <a:pt x="9026" y="0"/>
                        <a:pt x="5399" y="3626"/>
                        <a:pt x="5399" y="8100"/>
                      </a:cubicBezTo>
                      <a:cubicBezTo>
                        <a:pt x="5399" y="9467"/>
                        <a:pt x="5742" y="10754"/>
                        <a:pt x="6341" y="11884"/>
                      </a:cubicBezTo>
                      <a:lnTo>
                        <a:pt x="709" y="17515"/>
                      </a:lnTo>
                      <a:lnTo>
                        <a:pt x="713" y="17520"/>
                      </a:lnTo>
                      <a:cubicBezTo>
                        <a:pt x="274" y="17953"/>
                        <a:pt x="0" y="18552"/>
                        <a:pt x="0" y="19218"/>
                      </a:cubicBezTo>
                      <a:cubicBezTo>
                        <a:pt x="0" y="20533"/>
                        <a:pt x="1066" y="21599"/>
                        <a:pt x="2382" y="21599"/>
                      </a:cubicBezTo>
                      <a:cubicBezTo>
                        <a:pt x="3047" y="21599"/>
                        <a:pt x="3647" y="21326"/>
                        <a:pt x="4079" y="20885"/>
                      </a:cubicBezTo>
                      <a:lnTo>
                        <a:pt x="4078" y="20884"/>
                      </a:lnTo>
                      <a:lnTo>
                        <a:pt x="9708" y="15255"/>
                      </a:lnTo>
                      <a:cubicBezTo>
                        <a:pt x="10839" y="15856"/>
                        <a:pt x="12128" y="16200"/>
                        <a:pt x="13499" y="16200"/>
                      </a:cubicBezTo>
                      <a:cubicBezTo>
                        <a:pt x="17973" y="16200"/>
                        <a:pt x="21600" y="12573"/>
                        <a:pt x="21600" y="8100"/>
                      </a:cubicBezTo>
                      <a:cubicBezTo>
                        <a:pt x="21600" y="3626"/>
                        <a:pt x="17973" y="0"/>
                        <a:pt x="13499" y="0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lIns="50800" tIns="50800" rIns="50800" bIns="50800" anchor="ctr"/>
                <a:lstStyle/>
                <a:p>
                  <a:pPr marL="0" marR="0" lvl="0" indent="0" algn="l" defTabSz="60896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Calibri" panose="020F0502020204030204" pitchFamily="34" charset="0"/>
                    <a:cs typeface="+mn-ea"/>
                    <a:sym typeface="Calibri" panose="020F0502020204030204" pitchFamily="34" charset="0"/>
                  </a:endParaRPr>
                </a:p>
              </p:txBody>
            </p:sp>
          </p:grpSp>
          <p:grpSp>
            <p:nvGrpSpPr>
              <p:cNvPr id="16" name="组合 15"/>
              <p:cNvGrpSpPr/>
              <p:nvPr/>
            </p:nvGrpSpPr>
            <p:grpSpPr>
              <a:xfrm>
                <a:off x="11077" y="7709"/>
                <a:ext cx="1046" cy="1044"/>
                <a:chOff x="11077" y="7709"/>
                <a:chExt cx="1046" cy="1044"/>
              </a:xfrm>
            </p:grpSpPr>
            <p:sp>
              <p:nvSpPr>
                <p:cNvPr id="17424" name="PA_淘宝店chenying0907 16"/>
                <p:cNvSpPr>
                  <a:spLocks noChangeArrowheads="1"/>
                </p:cNvSpPr>
                <p:nvPr>
                  <p:custDataLst>
                    <p:tags r:id="rId9"/>
                  </p:custDataLst>
                </p:nvPr>
              </p:nvSpPr>
              <p:spPr bwMode="auto">
                <a:xfrm>
                  <a:off x="11077" y="7709"/>
                  <a:ext cx="1046" cy="1044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/>
                <a:lstStyle/>
                <a:p>
                  <a:endParaRPr lang="zh-CN" altLang="en-US">
                    <a:solidFill>
                      <a:prstClr val="black"/>
                    </a:solidFill>
                    <a:latin typeface="Calibri" panose="020F0502020204030204" pitchFamily="34" charset="0"/>
                    <a:cs typeface="+mn-ea"/>
                    <a:sym typeface="Calibri" panose="020F0502020204030204" pitchFamily="34" charset="0"/>
                  </a:endParaRPr>
                </a:p>
              </p:txBody>
            </p:sp>
            <p:sp>
              <p:nvSpPr>
                <p:cNvPr id="206" name="Freeform 11"/>
                <p:cNvSpPr>
                  <a:spLocks noEditPoints="1"/>
                </p:cNvSpPr>
                <p:nvPr/>
              </p:nvSpPr>
              <p:spPr bwMode="auto">
                <a:xfrm>
                  <a:off x="11331" y="7997"/>
                  <a:ext cx="504" cy="505"/>
                </a:xfrm>
                <a:custGeom>
                  <a:avLst/>
                  <a:gdLst>
                    <a:gd name="T0" fmla="*/ 381 w 402"/>
                    <a:gd name="T1" fmla="*/ 10 h 404"/>
                    <a:gd name="T2" fmla="*/ 365 w 402"/>
                    <a:gd name="T3" fmla="*/ 3 h 404"/>
                    <a:gd name="T4" fmla="*/ 358 w 402"/>
                    <a:gd name="T5" fmla="*/ 18 h 404"/>
                    <a:gd name="T6" fmla="*/ 312 w 402"/>
                    <a:gd name="T7" fmla="*/ 133 h 404"/>
                    <a:gd name="T8" fmla="*/ 301 w 402"/>
                    <a:gd name="T9" fmla="*/ 116 h 404"/>
                    <a:gd name="T10" fmla="*/ 282 w 402"/>
                    <a:gd name="T11" fmla="*/ 106 h 404"/>
                    <a:gd name="T12" fmla="*/ 219 w 402"/>
                    <a:gd name="T13" fmla="*/ 107 h 404"/>
                    <a:gd name="T14" fmla="*/ 197 w 402"/>
                    <a:gd name="T15" fmla="*/ 113 h 404"/>
                    <a:gd name="T16" fmla="*/ 11 w 402"/>
                    <a:gd name="T17" fmla="*/ 245 h 404"/>
                    <a:gd name="T18" fmla="*/ 6 w 402"/>
                    <a:gd name="T19" fmla="*/ 273 h 404"/>
                    <a:gd name="T20" fmla="*/ 91 w 402"/>
                    <a:gd name="T21" fmla="*/ 395 h 404"/>
                    <a:gd name="T22" fmla="*/ 116 w 402"/>
                    <a:gd name="T23" fmla="*/ 397 h 404"/>
                    <a:gd name="T24" fmla="*/ 302 w 402"/>
                    <a:gd name="T25" fmla="*/ 265 h 404"/>
                    <a:gd name="T26" fmla="*/ 316 w 402"/>
                    <a:gd name="T27" fmla="*/ 247 h 404"/>
                    <a:gd name="T28" fmla="*/ 336 w 402"/>
                    <a:gd name="T29" fmla="*/ 184 h 404"/>
                    <a:gd name="T30" fmla="*/ 333 w 402"/>
                    <a:gd name="T31" fmla="*/ 163 h 404"/>
                    <a:gd name="T32" fmla="*/ 326 w 402"/>
                    <a:gd name="T33" fmla="*/ 153 h 404"/>
                    <a:gd name="T34" fmla="*/ 381 w 402"/>
                    <a:gd name="T35" fmla="*/ 10 h 404"/>
                    <a:gd name="T36" fmla="*/ 294 w 402"/>
                    <a:gd name="T37" fmla="*/ 197 h 404"/>
                    <a:gd name="T38" fmla="*/ 250 w 402"/>
                    <a:gd name="T39" fmla="*/ 189 h 404"/>
                    <a:gd name="T40" fmla="*/ 258 w 402"/>
                    <a:gd name="T41" fmla="*/ 144 h 404"/>
                    <a:gd name="T42" fmla="*/ 295 w 402"/>
                    <a:gd name="T43" fmla="*/ 145 h 404"/>
                    <a:gd name="T44" fmla="*/ 285 w 402"/>
                    <a:gd name="T45" fmla="*/ 150 h 404"/>
                    <a:gd name="T46" fmla="*/ 279 w 402"/>
                    <a:gd name="T47" fmla="*/ 166 h 404"/>
                    <a:gd name="T48" fmla="*/ 290 w 402"/>
                    <a:gd name="T49" fmla="*/ 173 h 404"/>
                    <a:gd name="T50" fmla="*/ 295 w 402"/>
                    <a:gd name="T51" fmla="*/ 172 h 404"/>
                    <a:gd name="T52" fmla="*/ 307 w 402"/>
                    <a:gd name="T53" fmla="*/ 165 h 404"/>
                    <a:gd name="T54" fmla="*/ 294 w 402"/>
                    <a:gd name="T55" fmla="*/ 197 h 4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402" h="404">
                      <a:moveTo>
                        <a:pt x="381" y="10"/>
                      </a:moveTo>
                      <a:cubicBezTo>
                        <a:pt x="378" y="4"/>
                        <a:pt x="372" y="0"/>
                        <a:pt x="365" y="3"/>
                      </a:cubicBezTo>
                      <a:cubicBezTo>
                        <a:pt x="359" y="5"/>
                        <a:pt x="356" y="12"/>
                        <a:pt x="358" y="18"/>
                      </a:cubicBezTo>
                      <a:cubicBezTo>
                        <a:pt x="376" y="71"/>
                        <a:pt x="340" y="111"/>
                        <a:pt x="312" y="133"/>
                      </a:cubicBezTo>
                      <a:cubicBezTo>
                        <a:pt x="301" y="116"/>
                        <a:pt x="301" y="116"/>
                        <a:pt x="301" y="116"/>
                      </a:cubicBezTo>
                      <a:cubicBezTo>
                        <a:pt x="297" y="111"/>
                        <a:pt x="289" y="106"/>
                        <a:pt x="282" y="106"/>
                      </a:cubicBezTo>
                      <a:cubicBezTo>
                        <a:pt x="219" y="107"/>
                        <a:pt x="219" y="107"/>
                        <a:pt x="219" y="107"/>
                      </a:cubicBezTo>
                      <a:cubicBezTo>
                        <a:pt x="212" y="106"/>
                        <a:pt x="203" y="109"/>
                        <a:pt x="197" y="113"/>
                      </a:cubicBezTo>
                      <a:cubicBezTo>
                        <a:pt x="11" y="245"/>
                        <a:pt x="11" y="245"/>
                        <a:pt x="11" y="245"/>
                      </a:cubicBezTo>
                      <a:cubicBezTo>
                        <a:pt x="2" y="251"/>
                        <a:pt x="0" y="264"/>
                        <a:pt x="6" y="273"/>
                      </a:cubicBezTo>
                      <a:cubicBezTo>
                        <a:pt x="91" y="395"/>
                        <a:pt x="91" y="395"/>
                        <a:pt x="91" y="395"/>
                      </a:cubicBezTo>
                      <a:cubicBezTo>
                        <a:pt x="97" y="404"/>
                        <a:pt x="107" y="403"/>
                        <a:pt x="116" y="397"/>
                      </a:cubicBezTo>
                      <a:cubicBezTo>
                        <a:pt x="302" y="265"/>
                        <a:pt x="302" y="265"/>
                        <a:pt x="302" y="265"/>
                      </a:cubicBezTo>
                      <a:cubicBezTo>
                        <a:pt x="308" y="261"/>
                        <a:pt x="314" y="253"/>
                        <a:pt x="316" y="247"/>
                      </a:cubicBezTo>
                      <a:cubicBezTo>
                        <a:pt x="336" y="184"/>
                        <a:pt x="336" y="184"/>
                        <a:pt x="336" y="184"/>
                      </a:cubicBezTo>
                      <a:cubicBezTo>
                        <a:pt x="338" y="178"/>
                        <a:pt x="337" y="168"/>
                        <a:pt x="333" y="163"/>
                      </a:cubicBezTo>
                      <a:cubicBezTo>
                        <a:pt x="326" y="153"/>
                        <a:pt x="326" y="153"/>
                        <a:pt x="326" y="153"/>
                      </a:cubicBezTo>
                      <a:cubicBezTo>
                        <a:pt x="363" y="124"/>
                        <a:pt x="402" y="73"/>
                        <a:pt x="381" y="10"/>
                      </a:cubicBezTo>
                      <a:close/>
                      <a:moveTo>
                        <a:pt x="294" y="197"/>
                      </a:moveTo>
                      <a:cubicBezTo>
                        <a:pt x="280" y="207"/>
                        <a:pt x="260" y="204"/>
                        <a:pt x="250" y="189"/>
                      </a:cubicBezTo>
                      <a:cubicBezTo>
                        <a:pt x="240" y="175"/>
                        <a:pt x="243" y="155"/>
                        <a:pt x="258" y="144"/>
                      </a:cubicBezTo>
                      <a:cubicBezTo>
                        <a:pt x="269" y="136"/>
                        <a:pt x="284" y="137"/>
                        <a:pt x="295" y="145"/>
                      </a:cubicBezTo>
                      <a:cubicBezTo>
                        <a:pt x="289" y="148"/>
                        <a:pt x="285" y="150"/>
                        <a:pt x="285" y="150"/>
                      </a:cubicBezTo>
                      <a:cubicBezTo>
                        <a:pt x="279" y="153"/>
                        <a:pt x="276" y="160"/>
                        <a:pt x="279" y="166"/>
                      </a:cubicBezTo>
                      <a:cubicBezTo>
                        <a:pt x="281" y="171"/>
                        <a:pt x="285" y="173"/>
                        <a:pt x="290" y="173"/>
                      </a:cubicBezTo>
                      <a:cubicBezTo>
                        <a:pt x="292" y="173"/>
                        <a:pt x="293" y="173"/>
                        <a:pt x="295" y="172"/>
                      </a:cubicBezTo>
                      <a:cubicBezTo>
                        <a:pt x="299" y="170"/>
                        <a:pt x="303" y="168"/>
                        <a:pt x="307" y="165"/>
                      </a:cubicBezTo>
                      <a:cubicBezTo>
                        <a:pt x="309" y="177"/>
                        <a:pt x="304" y="190"/>
                        <a:pt x="294" y="197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lIns="121920" tIns="60960" rIns="121920" bIns="60960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+mn-ea"/>
                    <a:sym typeface="Calibri" panose="020F0502020204030204" pitchFamily="34" charset="0"/>
                  </a:endParaRPr>
                </a:p>
              </p:txBody>
            </p:sp>
          </p:grpSp>
          <p:grpSp>
            <p:nvGrpSpPr>
              <p:cNvPr id="15" name="组合 14"/>
              <p:cNvGrpSpPr/>
              <p:nvPr/>
            </p:nvGrpSpPr>
            <p:grpSpPr>
              <a:xfrm>
                <a:off x="11973" y="5746"/>
                <a:ext cx="1042" cy="1042"/>
                <a:chOff x="11973" y="5746"/>
                <a:chExt cx="1042" cy="1042"/>
              </a:xfrm>
            </p:grpSpPr>
            <p:sp>
              <p:nvSpPr>
                <p:cNvPr id="17421" name="PA_淘宝店chenying0907 13"/>
                <p:cNvSpPr>
                  <a:spLocks noChangeArrowheads="1"/>
                </p:cNvSpPr>
                <p:nvPr>
                  <p:custDataLst>
                    <p:tags r:id="rId10"/>
                  </p:custDataLst>
                </p:nvPr>
              </p:nvSpPr>
              <p:spPr bwMode="auto">
                <a:xfrm>
                  <a:off x="11973" y="5746"/>
                  <a:ext cx="1043" cy="1043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/>
                <a:lstStyle/>
                <a:p>
                  <a:endParaRPr lang="zh-CN" altLang="en-US">
                    <a:solidFill>
                      <a:prstClr val="black"/>
                    </a:solidFill>
                    <a:latin typeface="Calibri" panose="020F0502020204030204" pitchFamily="34" charset="0"/>
                    <a:cs typeface="+mn-ea"/>
                    <a:sym typeface="Calibri" panose="020F0502020204030204" pitchFamily="34" charset="0"/>
                  </a:endParaRPr>
                </a:p>
              </p:txBody>
            </p:sp>
            <p:sp>
              <p:nvSpPr>
                <p:cNvPr id="207" name="Freeform 21"/>
                <p:cNvSpPr>
                  <a:spLocks noEditPoints="1"/>
                </p:cNvSpPr>
                <p:nvPr/>
              </p:nvSpPr>
              <p:spPr bwMode="auto">
                <a:xfrm>
                  <a:off x="12220" y="5993"/>
                  <a:ext cx="549" cy="549"/>
                </a:xfrm>
                <a:custGeom>
                  <a:avLst/>
                  <a:gdLst>
                    <a:gd name="T0" fmla="*/ 390 w 403"/>
                    <a:gd name="T1" fmla="*/ 150 h 404"/>
                    <a:gd name="T2" fmla="*/ 241 w 403"/>
                    <a:gd name="T3" fmla="*/ 110 h 404"/>
                    <a:gd name="T4" fmla="*/ 215 w 403"/>
                    <a:gd name="T5" fmla="*/ 13 h 404"/>
                    <a:gd name="T6" fmla="*/ 195 w 403"/>
                    <a:gd name="T7" fmla="*/ 2 h 404"/>
                    <a:gd name="T8" fmla="*/ 14 w 403"/>
                    <a:gd name="T9" fmla="*/ 51 h 404"/>
                    <a:gd name="T10" fmla="*/ 2 w 403"/>
                    <a:gd name="T11" fmla="*/ 70 h 404"/>
                    <a:gd name="T12" fmla="*/ 67 w 403"/>
                    <a:gd name="T13" fmla="*/ 311 h 404"/>
                    <a:gd name="T14" fmla="*/ 86 w 403"/>
                    <a:gd name="T15" fmla="*/ 322 h 404"/>
                    <a:gd name="T16" fmla="*/ 159 w 403"/>
                    <a:gd name="T17" fmla="*/ 302 h 404"/>
                    <a:gd name="T18" fmla="*/ 149 w 403"/>
                    <a:gd name="T19" fmla="*/ 339 h 404"/>
                    <a:gd name="T20" fmla="*/ 160 w 403"/>
                    <a:gd name="T21" fmla="*/ 358 h 404"/>
                    <a:gd name="T22" fmla="*/ 322 w 403"/>
                    <a:gd name="T23" fmla="*/ 401 h 404"/>
                    <a:gd name="T24" fmla="*/ 342 w 403"/>
                    <a:gd name="T25" fmla="*/ 391 h 404"/>
                    <a:gd name="T26" fmla="*/ 401 w 403"/>
                    <a:gd name="T27" fmla="*/ 169 h 404"/>
                    <a:gd name="T28" fmla="*/ 390 w 403"/>
                    <a:gd name="T29" fmla="*/ 150 h 404"/>
                    <a:gd name="T30" fmla="*/ 34 w 403"/>
                    <a:gd name="T31" fmla="*/ 75 h 404"/>
                    <a:gd name="T32" fmla="*/ 191 w 403"/>
                    <a:gd name="T33" fmla="*/ 33 h 404"/>
                    <a:gd name="T34" fmla="*/ 249 w 403"/>
                    <a:gd name="T35" fmla="*/ 249 h 404"/>
                    <a:gd name="T36" fmla="*/ 92 w 403"/>
                    <a:gd name="T37" fmla="*/ 291 h 404"/>
                    <a:gd name="T38" fmla="*/ 34 w 403"/>
                    <a:gd name="T39" fmla="*/ 75 h 404"/>
                    <a:gd name="T40" fmla="*/ 315 w 403"/>
                    <a:gd name="T41" fmla="*/ 371 h 404"/>
                    <a:gd name="T42" fmla="*/ 179 w 403"/>
                    <a:gd name="T43" fmla="*/ 334 h 404"/>
                    <a:gd name="T44" fmla="*/ 190 w 403"/>
                    <a:gd name="T45" fmla="*/ 294 h 404"/>
                    <a:gd name="T46" fmla="*/ 268 w 403"/>
                    <a:gd name="T47" fmla="*/ 273 h 404"/>
                    <a:gd name="T48" fmla="*/ 279 w 403"/>
                    <a:gd name="T49" fmla="*/ 254 h 404"/>
                    <a:gd name="T50" fmla="*/ 249 w 403"/>
                    <a:gd name="T51" fmla="*/ 142 h 404"/>
                    <a:gd name="T52" fmla="*/ 368 w 403"/>
                    <a:gd name="T53" fmla="*/ 174 h 404"/>
                    <a:gd name="T54" fmla="*/ 315 w 403"/>
                    <a:gd name="T55" fmla="*/ 371 h 4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403" h="404">
                      <a:moveTo>
                        <a:pt x="390" y="150"/>
                      </a:moveTo>
                      <a:cubicBezTo>
                        <a:pt x="241" y="110"/>
                        <a:pt x="241" y="110"/>
                        <a:pt x="241" y="110"/>
                      </a:cubicBezTo>
                      <a:cubicBezTo>
                        <a:pt x="215" y="13"/>
                        <a:pt x="215" y="13"/>
                        <a:pt x="215" y="13"/>
                      </a:cubicBezTo>
                      <a:cubicBezTo>
                        <a:pt x="213" y="5"/>
                        <a:pt x="204" y="0"/>
                        <a:pt x="195" y="2"/>
                      </a:cubicBezTo>
                      <a:cubicBezTo>
                        <a:pt x="14" y="51"/>
                        <a:pt x="14" y="51"/>
                        <a:pt x="14" y="51"/>
                      </a:cubicBezTo>
                      <a:cubicBezTo>
                        <a:pt x="5" y="53"/>
                        <a:pt x="0" y="62"/>
                        <a:pt x="2" y="70"/>
                      </a:cubicBezTo>
                      <a:cubicBezTo>
                        <a:pt x="67" y="311"/>
                        <a:pt x="67" y="311"/>
                        <a:pt x="67" y="311"/>
                      </a:cubicBezTo>
                      <a:cubicBezTo>
                        <a:pt x="69" y="319"/>
                        <a:pt x="78" y="324"/>
                        <a:pt x="86" y="322"/>
                      </a:cubicBezTo>
                      <a:cubicBezTo>
                        <a:pt x="159" y="302"/>
                        <a:pt x="159" y="302"/>
                        <a:pt x="159" y="302"/>
                      </a:cubicBezTo>
                      <a:cubicBezTo>
                        <a:pt x="149" y="339"/>
                        <a:pt x="149" y="339"/>
                        <a:pt x="149" y="339"/>
                      </a:cubicBezTo>
                      <a:cubicBezTo>
                        <a:pt x="147" y="347"/>
                        <a:pt x="152" y="356"/>
                        <a:pt x="160" y="358"/>
                      </a:cubicBezTo>
                      <a:cubicBezTo>
                        <a:pt x="322" y="401"/>
                        <a:pt x="322" y="401"/>
                        <a:pt x="322" y="401"/>
                      </a:cubicBezTo>
                      <a:cubicBezTo>
                        <a:pt x="331" y="404"/>
                        <a:pt x="340" y="399"/>
                        <a:pt x="342" y="391"/>
                      </a:cubicBezTo>
                      <a:cubicBezTo>
                        <a:pt x="401" y="169"/>
                        <a:pt x="401" y="169"/>
                        <a:pt x="401" y="169"/>
                      </a:cubicBezTo>
                      <a:cubicBezTo>
                        <a:pt x="403" y="161"/>
                        <a:pt x="398" y="152"/>
                        <a:pt x="390" y="150"/>
                      </a:cubicBezTo>
                      <a:close/>
                      <a:moveTo>
                        <a:pt x="34" y="75"/>
                      </a:moveTo>
                      <a:cubicBezTo>
                        <a:pt x="191" y="33"/>
                        <a:pt x="191" y="33"/>
                        <a:pt x="191" y="33"/>
                      </a:cubicBezTo>
                      <a:cubicBezTo>
                        <a:pt x="249" y="249"/>
                        <a:pt x="249" y="249"/>
                        <a:pt x="249" y="249"/>
                      </a:cubicBezTo>
                      <a:cubicBezTo>
                        <a:pt x="92" y="291"/>
                        <a:pt x="92" y="291"/>
                        <a:pt x="92" y="291"/>
                      </a:cubicBezTo>
                      <a:lnTo>
                        <a:pt x="34" y="75"/>
                      </a:lnTo>
                      <a:close/>
                      <a:moveTo>
                        <a:pt x="315" y="371"/>
                      </a:moveTo>
                      <a:cubicBezTo>
                        <a:pt x="179" y="334"/>
                        <a:pt x="179" y="334"/>
                        <a:pt x="179" y="334"/>
                      </a:cubicBezTo>
                      <a:cubicBezTo>
                        <a:pt x="190" y="294"/>
                        <a:pt x="190" y="294"/>
                        <a:pt x="190" y="294"/>
                      </a:cubicBezTo>
                      <a:cubicBezTo>
                        <a:pt x="268" y="273"/>
                        <a:pt x="268" y="273"/>
                        <a:pt x="268" y="273"/>
                      </a:cubicBezTo>
                      <a:cubicBezTo>
                        <a:pt x="276" y="271"/>
                        <a:pt x="282" y="262"/>
                        <a:pt x="279" y="254"/>
                      </a:cubicBezTo>
                      <a:cubicBezTo>
                        <a:pt x="249" y="142"/>
                        <a:pt x="249" y="142"/>
                        <a:pt x="249" y="142"/>
                      </a:cubicBezTo>
                      <a:cubicBezTo>
                        <a:pt x="368" y="174"/>
                        <a:pt x="368" y="174"/>
                        <a:pt x="368" y="174"/>
                      </a:cubicBezTo>
                      <a:lnTo>
                        <a:pt x="315" y="371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lIns="121920" tIns="60960" rIns="121920" bIns="60960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+mn-ea"/>
                    <a:sym typeface="Calibri" panose="020F0502020204030204" pitchFamily="34" charset="0"/>
                  </a:endParaRPr>
                </a:p>
              </p:txBody>
            </p:sp>
          </p:grpSp>
          <p:grpSp>
            <p:nvGrpSpPr>
              <p:cNvPr id="13" name="组合 12"/>
              <p:cNvGrpSpPr/>
              <p:nvPr/>
            </p:nvGrpSpPr>
            <p:grpSpPr>
              <a:xfrm>
                <a:off x="9078" y="2811"/>
                <a:ext cx="1042" cy="1044"/>
                <a:chOff x="9078" y="2811"/>
                <a:chExt cx="1042" cy="1044"/>
              </a:xfrm>
            </p:grpSpPr>
            <p:sp>
              <p:nvSpPr>
                <p:cNvPr id="17419" name="PA_淘宝店chenying0907 11"/>
                <p:cNvSpPr>
                  <a:spLocks noChangeArrowheads="1"/>
                </p:cNvSpPr>
                <p:nvPr>
                  <p:custDataLst>
                    <p:tags r:id="rId11"/>
                  </p:custDataLst>
                </p:nvPr>
              </p:nvSpPr>
              <p:spPr bwMode="auto">
                <a:xfrm>
                  <a:off x="9078" y="2811"/>
                  <a:ext cx="1043" cy="104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/>
                <a:lstStyle/>
                <a:p>
                  <a:endParaRPr lang="zh-CN" altLang="en-US" dirty="0">
                    <a:solidFill>
                      <a:prstClr val="black"/>
                    </a:solidFill>
                    <a:latin typeface="Calibri" panose="020F0502020204030204" pitchFamily="34" charset="0"/>
                    <a:cs typeface="+mn-ea"/>
                    <a:sym typeface="Calibri" panose="020F0502020204030204" pitchFamily="34" charset="0"/>
                  </a:endParaRPr>
                </a:p>
              </p:txBody>
            </p:sp>
            <p:grpSp>
              <p:nvGrpSpPr>
                <p:cNvPr id="209" name="Group 159"/>
                <p:cNvGrpSpPr/>
                <p:nvPr/>
              </p:nvGrpSpPr>
              <p:grpSpPr>
                <a:xfrm>
                  <a:off x="9316" y="3183"/>
                  <a:ext cx="619" cy="488"/>
                  <a:chOff x="1058564" y="1781841"/>
                  <a:chExt cx="649993" cy="512092"/>
                </a:xfrm>
                <a:solidFill>
                  <a:schemeClr val="bg1"/>
                </a:solidFill>
              </p:grpSpPr>
              <p:sp>
                <p:nvSpPr>
                  <p:cNvPr id="210" name="Freeform 31"/>
                  <p:cNvSpPr/>
                  <p:nvPr/>
                </p:nvSpPr>
                <p:spPr bwMode="auto">
                  <a:xfrm>
                    <a:off x="1058564" y="1823776"/>
                    <a:ext cx="457253" cy="470157"/>
                  </a:xfrm>
                  <a:custGeom>
                    <a:avLst/>
                    <a:gdLst>
                      <a:gd name="T0" fmla="*/ 191 w 240"/>
                      <a:gd name="T1" fmla="*/ 0 h 247"/>
                      <a:gd name="T2" fmla="*/ 49 w 240"/>
                      <a:gd name="T3" fmla="*/ 0 h 247"/>
                      <a:gd name="T4" fmla="*/ 0 w 240"/>
                      <a:gd name="T5" fmla="*/ 49 h 247"/>
                      <a:gd name="T6" fmla="*/ 0 w 240"/>
                      <a:gd name="T7" fmla="*/ 129 h 247"/>
                      <a:gd name="T8" fmla="*/ 49 w 240"/>
                      <a:gd name="T9" fmla="*/ 178 h 247"/>
                      <a:gd name="T10" fmla="*/ 57 w 240"/>
                      <a:gd name="T11" fmla="*/ 178 h 247"/>
                      <a:gd name="T12" fmla="*/ 32 w 240"/>
                      <a:gd name="T13" fmla="*/ 245 h 247"/>
                      <a:gd name="T14" fmla="*/ 121 w 240"/>
                      <a:gd name="T15" fmla="*/ 178 h 247"/>
                      <a:gd name="T16" fmla="*/ 191 w 240"/>
                      <a:gd name="T17" fmla="*/ 178 h 247"/>
                      <a:gd name="T18" fmla="*/ 240 w 240"/>
                      <a:gd name="T19" fmla="*/ 129 h 247"/>
                      <a:gd name="T20" fmla="*/ 240 w 240"/>
                      <a:gd name="T21" fmla="*/ 49 h 247"/>
                      <a:gd name="T22" fmla="*/ 191 w 240"/>
                      <a:gd name="T23" fmla="*/ 0 h 24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</a:cxnLst>
                    <a:rect l="0" t="0" r="r" b="b"/>
                    <a:pathLst>
                      <a:path w="240" h="247">
                        <a:moveTo>
                          <a:pt x="191" y="0"/>
                        </a:moveTo>
                        <a:cubicBezTo>
                          <a:pt x="49" y="0"/>
                          <a:pt x="49" y="0"/>
                          <a:pt x="49" y="0"/>
                        </a:cubicBezTo>
                        <a:cubicBezTo>
                          <a:pt x="22" y="0"/>
                          <a:pt x="0" y="22"/>
                          <a:pt x="0" y="49"/>
                        </a:cubicBezTo>
                        <a:cubicBezTo>
                          <a:pt x="0" y="129"/>
                          <a:pt x="0" y="129"/>
                          <a:pt x="0" y="129"/>
                        </a:cubicBezTo>
                        <a:cubicBezTo>
                          <a:pt x="0" y="156"/>
                          <a:pt x="22" y="178"/>
                          <a:pt x="49" y="178"/>
                        </a:cubicBezTo>
                        <a:cubicBezTo>
                          <a:pt x="57" y="178"/>
                          <a:pt x="57" y="178"/>
                          <a:pt x="57" y="178"/>
                        </a:cubicBezTo>
                        <a:cubicBezTo>
                          <a:pt x="49" y="198"/>
                          <a:pt x="31" y="247"/>
                          <a:pt x="32" y="245"/>
                        </a:cubicBezTo>
                        <a:cubicBezTo>
                          <a:pt x="32" y="244"/>
                          <a:pt x="97" y="196"/>
                          <a:pt x="121" y="178"/>
                        </a:cubicBezTo>
                        <a:cubicBezTo>
                          <a:pt x="191" y="178"/>
                          <a:pt x="191" y="178"/>
                          <a:pt x="191" y="178"/>
                        </a:cubicBezTo>
                        <a:cubicBezTo>
                          <a:pt x="218" y="178"/>
                          <a:pt x="240" y="156"/>
                          <a:pt x="240" y="129"/>
                        </a:cubicBezTo>
                        <a:cubicBezTo>
                          <a:pt x="240" y="49"/>
                          <a:pt x="240" y="49"/>
                          <a:pt x="240" y="49"/>
                        </a:cubicBezTo>
                        <a:cubicBezTo>
                          <a:pt x="240" y="22"/>
                          <a:pt x="218" y="0"/>
                          <a:pt x="191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lIns="121920" tIns="60960" rIns="121920" bIns="60960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en-US" sz="3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cs typeface="+mn-ea"/>
                      <a:sym typeface="Calibri" panose="020F0502020204030204" pitchFamily="34" charset="0"/>
                    </a:endParaRPr>
                  </a:p>
                </p:txBody>
              </p:sp>
              <p:sp>
                <p:nvSpPr>
                  <p:cNvPr id="211" name="Freeform 32"/>
                  <p:cNvSpPr/>
                  <p:nvPr/>
                </p:nvSpPr>
                <p:spPr bwMode="auto">
                  <a:xfrm>
                    <a:off x="1378722" y="1781841"/>
                    <a:ext cx="329835" cy="384674"/>
                  </a:xfrm>
                  <a:custGeom>
                    <a:avLst/>
                    <a:gdLst>
                      <a:gd name="T0" fmla="*/ 133 w 173"/>
                      <a:gd name="T1" fmla="*/ 0 h 202"/>
                      <a:gd name="T2" fmla="*/ 18 w 173"/>
                      <a:gd name="T3" fmla="*/ 0 h 202"/>
                      <a:gd name="T4" fmla="*/ 0 w 173"/>
                      <a:gd name="T5" fmla="*/ 5 h 202"/>
                      <a:gd name="T6" fmla="*/ 33 w 173"/>
                      <a:gd name="T7" fmla="*/ 5 h 202"/>
                      <a:gd name="T8" fmla="*/ 89 w 173"/>
                      <a:gd name="T9" fmla="*/ 61 h 202"/>
                      <a:gd name="T10" fmla="*/ 89 w 173"/>
                      <a:gd name="T11" fmla="*/ 151 h 202"/>
                      <a:gd name="T12" fmla="*/ 89 w 173"/>
                      <a:gd name="T13" fmla="*/ 156 h 202"/>
                      <a:gd name="T14" fmla="*/ 148 w 173"/>
                      <a:gd name="T15" fmla="*/ 201 h 202"/>
                      <a:gd name="T16" fmla="*/ 127 w 173"/>
                      <a:gd name="T17" fmla="*/ 145 h 202"/>
                      <a:gd name="T18" fmla="*/ 133 w 173"/>
                      <a:gd name="T19" fmla="*/ 145 h 202"/>
                      <a:gd name="T20" fmla="*/ 173 w 173"/>
                      <a:gd name="T21" fmla="*/ 105 h 202"/>
                      <a:gd name="T22" fmla="*/ 173 w 173"/>
                      <a:gd name="T23" fmla="*/ 41 h 202"/>
                      <a:gd name="T24" fmla="*/ 133 w 173"/>
                      <a:gd name="T25" fmla="*/ 0 h 20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</a:cxnLst>
                    <a:rect l="0" t="0" r="r" b="b"/>
                    <a:pathLst>
                      <a:path w="173" h="202">
                        <a:moveTo>
                          <a:pt x="133" y="0"/>
                        </a:moveTo>
                        <a:cubicBezTo>
                          <a:pt x="18" y="0"/>
                          <a:pt x="18" y="0"/>
                          <a:pt x="18" y="0"/>
                        </a:cubicBezTo>
                        <a:cubicBezTo>
                          <a:pt x="11" y="0"/>
                          <a:pt x="5" y="2"/>
                          <a:pt x="0" y="5"/>
                        </a:cubicBezTo>
                        <a:cubicBezTo>
                          <a:pt x="33" y="5"/>
                          <a:pt x="33" y="5"/>
                          <a:pt x="33" y="5"/>
                        </a:cubicBezTo>
                        <a:cubicBezTo>
                          <a:pt x="64" y="5"/>
                          <a:pt x="89" y="30"/>
                          <a:pt x="89" y="61"/>
                        </a:cubicBezTo>
                        <a:cubicBezTo>
                          <a:pt x="89" y="151"/>
                          <a:pt x="89" y="151"/>
                          <a:pt x="89" y="151"/>
                        </a:cubicBezTo>
                        <a:cubicBezTo>
                          <a:pt x="89" y="153"/>
                          <a:pt x="89" y="154"/>
                          <a:pt x="89" y="156"/>
                        </a:cubicBezTo>
                        <a:cubicBezTo>
                          <a:pt x="113" y="174"/>
                          <a:pt x="148" y="200"/>
                          <a:pt x="148" y="201"/>
                        </a:cubicBezTo>
                        <a:cubicBezTo>
                          <a:pt x="148" y="202"/>
                          <a:pt x="133" y="162"/>
                          <a:pt x="127" y="145"/>
                        </a:cubicBezTo>
                        <a:cubicBezTo>
                          <a:pt x="133" y="145"/>
                          <a:pt x="133" y="145"/>
                          <a:pt x="133" y="145"/>
                        </a:cubicBezTo>
                        <a:cubicBezTo>
                          <a:pt x="155" y="145"/>
                          <a:pt x="173" y="127"/>
                          <a:pt x="173" y="105"/>
                        </a:cubicBezTo>
                        <a:cubicBezTo>
                          <a:pt x="173" y="41"/>
                          <a:pt x="173" y="41"/>
                          <a:pt x="173" y="41"/>
                        </a:cubicBezTo>
                        <a:cubicBezTo>
                          <a:pt x="173" y="18"/>
                          <a:pt x="155" y="0"/>
                          <a:pt x="133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lIns="121920" tIns="60960" rIns="121920" bIns="60960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en-US" sz="3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cs typeface="+mn-ea"/>
                      <a:sym typeface="Calibri" panose="020F0502020204030204" pitchFamily="34" charset="0"/>
                    </a:endParaRPr>
                  </a:p>
                </p:txBody>
              </p:sp>
            </p:grpSp>
          </p:grpSp>
        </p:grpSp>
        <p:grpSp>
          <p:nvGrpSpPr>
            <p:cNvPr id="4" name="组合 3"/>
            <p:cNvGrpSpPr/>
            <p:nvPr/>
          </p:nvGrpSpPr>
          <p:grpSpPr>
            <a:xfrm>
              <a:off x="5602666" y="3479517"/>
              <a:ext cx="996315" cy="994410"/>
              <a:chOff x="5602666" y="3479517"/>
              <a:chExt cx="996315" cy="994410"/>
            </a:xfrm>
          </p:grpSpPr>
          <p:sp>
            <p:nvSpPr>
              <p:cNvPr id="3" name="PA_淘宝店chenying0907 16"/>
              <p:cNvSpPr>
                <a:spLocks noChangeArrowheads="1"/>
              </p:cNvSpPr>
              <p:nvPr>
                <p:custDataLst>
                  <p:tags r:id="rId12"/>
                </p:custDataLst>
              </p:nvPr>
            </p:nvSpPr>
            <p:spPr bwMode="auto">
              <a:xfrm>
                <a:off x="5602666" y="3479517"/>
                <a:ext cx="996315" cy="99441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>
                  <a:solidFill>
                    <a:prstClr val="black"/>
                  </a:solidFill>
                  <a:latin typeface="Calibri" panose="020F0502020204030204" pitchFamily="34" charset="0"/>
                  <a:cs typeface="+mn-ea"/>
                  <a:sym typeface="Calibri" panose="020F0502020204030204" pitchFamily="34" charset="0"/>
                </a:endParaRPr>
              </a:p>
            </p:txBody>
          </p:sp>
          <p:sp>
            <p:nvSpPr>
              <p:cNvPr id="2" name="îsļidé"/>
              <p:cNvSpPr/>
              <p:nvPr/>
            </p:nvSpPr>
            <p:spPr>
              <a:xfrm>
                <a:off x="5772103" y="3640690"/>
                <a:ext cx="664210" cy="662940"/>
              </a:xfrm>
              <a:custGeom>
                <a:avLst/>
                <a:gdLst>
                  <a:gd name="connsiteX0" fmla="*/ 291443 w 582734"/>
                  <a:gd name="connsiteY0" fmla="*/ 254983 h 601782"/>
                  <a:gd name="connsiteX1" fmla="*/ 245350 w 582734"/>
                  <a:gd name="connsiteY1" fmla="*/ 300966 h 601782"/>
                  <a:gd name="connsiteX2" fmla="*/ 291443 w 582734"/>
                  <a:gd name="connsiteY2" fmla="*/ 346800 h 601782"/>
                  <a:gd name="connsiteX3" fmla="*/ 337385 w 582734"/>
                  <a:gd name="connsiteY3" fmla="*/ 300966 h 601782"/>
                  <a:gd name="connsiteX4" fmla="*/ 291443 w 582734"/>
                  <a:gd name="connsiteY4" fmla="*/ 254983 h 601782"/>
                  <a:gd name="connsiteX5" fmla="*/ 291443 w 582734"/>
                  <a:gd name="connsiteY5" fmla="*/ 226374 h 601782"/>
                  <a:gd name="connsiteX6" fmla="*/ 366061 w 582734"/>
                  <a:gd name="connsiteY6" fmla="*/ 300966 h 601782"/>
                  <a:gd name="connsiteX7" fmla="*/ 291443 w 582734"/>
                  <a:gd name="connsiteY7" fmla="*/ 375408 h 601782"/>
                  <a:gd name="connsiteX8" fmla="*/ 216674 w 582734"/>
                  <a:gd name="connsiteY8" fmla="*/ 300966 h 601782"/>
                  <a:gd name="connsiteX9" fmla="*/ 291443 w 582734"/>
                  <a:gd name="connsiteY9" fmla="*/ 226374 h 601782"/>
                  <a:gd name="connsiteX10" fmla="*/ 248975 w 582734"/>
                  <a:gd name="connsiteY10" fmla="*/ 28613 h 601782"/>
                  <a:gd name="connsiteX11" fmla="*/ 248975 w 582734"/>
                  <a:gd name="connsiteY11" fmla="*/ 78050 h 601782"/>
                  <a:gd name="connsiteX12" fmla="*/ 238170 w 582734"/>
                  <a:gd name="connsiteY12" fmla="*/ 91982 h 601782"/>
                  <a:gd name="connsiteX13" fmla="*/ 136728 w 582734"/>
                  <a:gd name="connsiteY13" fmla="*/ 150408 h 601782"/>
                  <a:gd name="connsiteX14" fmla="*/ 119321 w 582734"/>
                  <a:gd name="connsiteY14" fmla="*/ 152805 h 601782"/>
                  <a:gd name="connsiteX15" fmla="*/ 76403 w 582734"/>
                  <a:gd name="connsiteY15" fmla="*/ 128086 h 601782"/>
                  <a:gd name="connsiteX16" fmla="*/ 33936 w 582734"/>
                  <a:gd name="connsiteY16" fmla="*/ 201493 h 601782"/>
                  <a:gd name="connsiteX17" fmla="*/ 76854 w 582734"/>
                  <a:gd name="connsiteY17" fmla="*/ 226211 h 601782"/>
                  <a:gd name="connsiteX18" fmla="*/ 83456 w 582734"/>
                  <a:gd name="connsiteY18" fmla="*/ 242541 h 601782"/>
                  <a:gd name="connsiteX19" fmla="*/ 75503 w 582734"/>
                  <a:gd name="connsiteY19" fmla="*/ 300966 h 601782"/>
                  <a:gd name="connsiteX20" fmla="*/ 83456 w 582734"/>
                  <a:gd name="connsiteY20" fmla="*/ 359392 h 601782"/>
                  <a:gd name="connsiteX21" fmla="*/ 76854 w 582734"/>
                  <a:gd name="connsiteY21" fmla="*/ 375571 h 601782"/>
                  <a:gd name="connsiteX22" fmla="*/ 33936 w 582734"/>
                  <a:gd name="connsiteY22" fmla="*/ 400289 h 601782"/>
                  <a:gd name="connsiteX23" fmla="*/ 76403 w 582734"/>
                  <a:gd name="connsiteY23" fmla="*/ 473696 h 601782"/>
                  <a:gd name="connsiteX24" fmla="*/ 116770 w 582734"/>
                  <a:gd name="connsiteY24" fmla="*/ 450475 h 601782"/>
                  <a:gd name="connsiteX25" fmla="*/ 186699 w 582734"/>
                  <a:gd name="connsiteY25" fmla="*/ 380814 h 601782"/>
                  <a:gd name="connsiteX26" fmla="*/ 206957 w 582734"/>
                  <a:gd name="connsiteY26" fmla="*/ 380814 h 601782"/>
                  <a:gd name="connsiteX27" fmla="*/ 206957 w 582734"/>
                  <a:gd name="connsiteY27" fmla="*/ 401038 h 601782"/>
                  <a:gd name="connsiteX28" fmla="*/ 146782 w 582734"/>
                  <a:gd name="connsiteY28" fmla="*/ 460962 h 601782"/>
                  <a:gd name="connsiteX29" fmla="*/ 231717 w 582734"/>
                  <a:gd name="connsiteY29" fmla="*/ 508152 h 601782"/>
                  <a:gd name="connsiteX30" fmla="*/ 296544 w 582734"/>
                  <a:gd name="connsiteY30" fmla="*/ 443434 h 601782"/>
                  <a:gd name="connsiteX31" fmla="*/ 316803 w 582734"/>
                  <a:gd name="connsiteY31" fmla="*/ 443434 h 601782"/>
                  <a:gd name="connsiteX32" fmla="*/ 316803 w 582734"/>
                  <a:gd name="connsiteY32" fmla="*/ 463659 h 601782"/>
                  <a:gd name="connsiteX33" fmla="*/ 248975 w 582734"/>
                  <a:gd name="connsiteY33" fmla="*/ 531372 h 601782"/>
                  <a:gd name="connsiteX34" fmla="*/ 248975 w 582734"/>
                  <a:gd name="connsiteY34" fmla="*/ 573169 h 601782"/>
                  <a:gd name="connsiteX35" fmla="*/ 333910 w 582734"/>
                  <a:gd name="connsiteY35" fmla="*/ 573169 h 601782"/>
                  <a:gd name="connsiteX36" fmla="*/ 333910 w 582734"/>
                  <a:gd name="connsiteY36" fmla="*/ 523732 h 601782"/>
                  <a:gd name="connsiteX37" fmla="*/ 344714 w 582734"/>
                  <a:gd name="connsiteY37" fmla="*/ 509800 h 601782"/>
                  <a:gd name="connsiteX38" fmla="*/ 446006 w 582734"/>
                  <a:gd name="connsiteY38" fmla="*/ 451374 h 601782"/>
                  <a:gd name="connsiteX39" fmla="*/ 463413 w 582734"/>
                  <a:gd name="connsiteY39" fmla="*/ 448977 h 601782"/>
                  <a:gd name="connsiteX40" fmla="*/ 506331 w 582734"/>
                  <a:gd name="connsiteY40" fmla="*/ 473696 h 601782"/>
                  <a:gd name="connsiteX41" fmla="*/ 548798 w 582734"/>
                  <a:gd name="connsiteY41" fmla="*/ 400289 h 601782"/>
                  <a:gd name="connsiteX42" fmla="*/ 505880 w 582734"/>
                  <a:gd name="connsiteY42" fmla="*/ 375571 h 601782"/>
                  <a:gd name="connsiteX43" fmla="*/ 499278 w 582734"/>
                  <a:gd name="connsiteY43" fmla="*/ 359392 h 601782"/>
                  <a:gd name="connsiteX44" fmla="*/ 507381 w 582734"/>
                  <a:gd name="connsiteY44" fmla="*/ 300966 h 601782"/>
                  <a:gd name="connsiteX45" fmla="*/ 499278 w 582734"/>
                  <a:gd name="connsiteY45" fmla="*/ 242391 h 601782"/>
                  <a:gd name="connsiteX46" fmla="*/ 505880 w 582734"/>
                  <a:gd name="connsiteY46" fmla="*/ 226211 h 601782"/>
                  <a:gd name="connsiteX47" fmla="*/ 548798 w 582734"/>
                  <a:gd name="connsiteY47" fmla="*/ 201493 h 601782"/>
                  <a:gd name="connsiteX48" fmla="*/ 506331 w 582734"/>
                  <a:gd name="connsiteY48" fmla="*/ 128086 h 601782"/>
                  <a:gd name="connsiteX49" fmla="*/ 463413 w 582734"/>
                  <a:gd name="connsiteY49" fmla="*/ 152805 h 601782"/>
                  <a:gd name="connsiteX50" fmla="*/ 446006 w 582734"/>
                  <a:gd name="connsiteY50" fmla="*/ 150408 h 601782"/>
                  <a:gd name="connsiteX51" fmla="*/ 344714 w 582734"/>
                  <a:gd name="connsiteY51" fmla="*/ 91982 h 601782"/>
                  <a:gd name="connsiteX52" fmla="*/ 333910 w 582734"/>
                  <a:gd name="connsiteY52" fmla="*/ 78050 h 601782"/>
                  <a:gd name="connsiteX53" fmla="*/ 333910 w 582734"/>
                  <a:gd name="connsiteY53" fmla="*/ 28613 h 601782"/>
                  <a:gd name="connsiteX54" fmla="*/ 234569 w 582734"/>
                  <a:gd name="connsiteY54" fmla="*/ 0 h 601782"/>
                  <a:gd name="connsiteX55" fmla="*/ 348165 w 582734"/>
                  <a:gd name="connsiteY55" fmla="*/ 0 h 601782"/>
                  <a:gd name="connsiteX56" fmla="*/ 362571 w 582734"/>
                  <a:gd name="connsiteY56" fmla="*/ 14381 h 601782"/>
                  <a:gd name="connsiteX57" fmla="*/ 362571 w 582734"/>
                  <a:gd name="connsiteY57" fmla="*/ 67264 h 601782"/>
                  <a:gd name="connsiteX58" fmla="*/ 458461 w 582734"/>
                  <a:gd name="connsiteY58" fmla="*/ 122543 h 601782"/>
                  <a:gd name="connsiteX59" fmla="*/ 504380 w 582734"/>
                  <a:gd name="connsiteY59" fmla="*/ 96177 h 601782"/>
                  <a:gd name="connsiteX60" fmla="*/ 515334 w 582734"/>
                  <a:gd name="connsiteY60" fmla="*/ 94679 h 601782"/>
                  <a:gd name="connsiteX61" fmla="*/ 524038 w 582734"/>
                  <a:gd name="connsiteY61" fmla="*/ 101420 h 601782"/>
                  <a:gd name="connsiteX62" fmla="*/ 580761 w 582734"/>
                  <a:gd name="connsiteY62" fmla="*/ 199545 h 601782"/>
                  <a:gd name="connsiteX63" fmla="*/ 575509 w 582734"/>
                  <a:gd name="connsiteY63" fmla="*/ 219170 h 601782"/>
                  <a:gd name="connsiteX64" fmla="*/ 529740 w 582734"/>
                  <a:gd name="connsiteY64" fmla="*/ 245537 h 601782"/>
                  <a:gd name="connsiteX65" fmla="*/ 536043 w 582734"/>
                  <a:gd name="connsiteY65" fmla="*/ 300966 h 601782"/>
                  <a:gd name="connsiteX66" fmla="*/ 529740 w 582734"/>
                  <a:gd name="connsiteY66" fmla="*/ 356246 h 601782"/>
                  <a:gd name="connsiteX67" fmla="*/ 575509 w 582734"/>
                  <a:gd name="connsiteY67" fmla="*/ 382762 h 601782"/>
                  <a:gd name="connsiteX68" fmla="*/ 580761 w 582734"/>
                  <a:gd name="connsiteY68" fmla="*/ 402237 h 601782"/>
                  <a:gd name="connsiteX69" fmla="*/ 524038 w 582734"/>
                  <a:gd name="connsiteY69" fmla="*/ 500511 h 601782"/>
                  <a:gd name="connsiteX70" fmla="*/ 515334 w 582734"/>
                  <a:gd name="connsiteY70" fmla="*/ 507103 h 601782"/>
                  <a:gd name="connsiteX71" fmla="*/ 504380 w 582734"/>
                  <a:gd name="connsiteY71" fmla="*/ 505755 h 601782"/>
                  <a:gd name="connsiteX72" fmla="*/ 458461 w 582734"/>
                  <a:gd name="connsiteY72" fmla="*/ 479239 h 601782"/>
                  <a:gd name="connsiteX73" fmla="*/ 362571 w 582734"/>
                  <a:gd name="connsiteY73" fmla="*/ 534668 h 601782"/>
                  <a:gd name="connsiteX74" fmla="*/ 362571 w 582734"/>
                  <a:gd name="connsiteY74" fmla="*/ 587550 h 601782"/>
                  <a:gd name="connsiteX75" fmla="*/ 348165 w 582734"/>
                  <a:gd name="connsiteY75" fmla="*/ 601782 h 601782"/>
                  <a:gd name="connsiteX76" fmla="*/ 234569 w 582734"/>
                  <a:gd name="connsiteY76" fmla="*/ 601782 h 601782"/>
                  <a:gd name="connsiteX77" fmla="*/ 220313 w 582734"/>
                  <a:gd name="connsiteY77" fmla="*/ 587550 h 601782"/>
                  <a:gd name="connsiteX78" fmla="*/ 220313 w 582734"/>
                  <a:gd name="connsiteY78" fmla="*/ 534668 h 601782"/>
                  <a:gd name="connsiteX79" fmla="*/ 124273 w 582734"/>
                  <a:gd name="connsiteY79" fmla="*/ 479239 h 601782"/>
                  <a:gd name="connsiteX80" fmla="*/ 78354 w 582734"/>
                  <a:gd name="connsiteY80" fmla="*/ 505755 h 601782"/>
                  <a:gd name="connsiteX81" fmla="*/ 67400 w 582734"/>
                  <a:gd name="connsiteY81" fmla="*/ 507103 h 601782"/>
                  <a:gd name="connsiteX82" fmla="*/ 58696 w 582734"/>
                  <a:gd name="connsiteY82" fmla="*/ 500511 h 601782"/>
                  <a:gd name="connsiteX83" fmla="*/ 1973 w 582734"/>
                  <a:gd name="connsiteY83" fmla="*/ 402237 h 601782"/>
                  <a:gd name="connsiteX84" fmla="*/ 7225 w 582734"/>
                  <a:gd name="connsiteY84" fmla="*/ 382762 h 601782"/>
                  <a:gd name="connsiteX85" fmla="*/ 53144 w 582734"/>
                  <a:gd name="connsiteY85" fmla="*/ 356246 h 601782"/>
                  <a:gd name="connsiteX86" fmla="*/ 46691 w 582734"/>
                  <a:gd name="connsiteY86" fmla="*/ 300966 h 601782"/>
                  <a:gd name="connsiteX87" fmla="*/ 53144 w 582734"/>
                  <a:gd name="connsiteY87" fmla="*/ 245537 h 601782"/>
                  <a:gd name="connsiteX88" fmla="*/ 7225 w 582734"/>
                  <a:gd name="connsiteY88" fmla="*/ 219170 h 601782"/>
                  <a:gd name="connsiteX89" fmla="*/ 1973 w 582734"/>
                  <a:gd name="connsiteY89" fmla="*/ 199545 h 601782"/>
                  <a:gd name="connsiteX90" fmla="*/ 58696 w 582734"/>
                  <a:gd name="connsiteY90" fmla="*/ 101420 h 601782"/>
                  <a:gd name="connsiteX91" fmla="*/ 67400 w 582734"/>
                  <a:gd name="connsiteY91" fmla="*/ 94679 h 601782"/>
                  <a:gd name="connsiteX92" fmla="*/ 78354 w 582734"/>
                  <a:gd name="connsiteY92" fmla="*/ 96177 h 601782"/>
                  <a:gd name="connsiteX93" fmla="*/ 124273 w 582734"/>
                  <a:gd name="connsiteY93" fmla="*/ 122543 h 601782"/>
                  <a:gd name="connsiteX94" fmla="*/ 220313 w 582734"/>
                  <a:gd name="connsiteY94" fmla="*/ 67264 h 601782"/>
                  <a:gd name="connsiteX95" fmla="*/ 220313 w 582734"/>
                  <a:gd name="connsiteY95" fmla="*/ 14381 h 601782"/>
                  <a:gd name="connsiteX96" fmla="*/ 234569 w 582734"/>
                  <a:gd name="connsiteY96" fmla="*/ 0 h 6017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</a:cxnLst>
                <a:rect l="l" t="t" r="r" b="b"/>
                <a:pathLst>
                  <a:path w="582734" h="601782">
                    <a:moveTo>
                      <a:pt x="291443" y="254983"/>
                    </a:moveTo>
                    <a:cubicBezTo>
                      <a:pt x="266069" y="254983"/>
                      <a:pt x="245350" y="275653"/>
                      <a:pt x="245350" y="300966"/>
                    </a:cubicBezTo>
                    <a:cubicBezTo>
                      <a:pt x="245350" y="326279"/>
                      <a:pt x="266069" y="346800"/>
                      <a:pt x="291443" y="346800"/>
                    </a:cubicBezTo>
                    <a:cubicBezTo>
                      <a:pt x="316816" y="346800"/>
                      <a:pt x="337385" y="326279"/>
                      <a:pt x="337385" y="300966"/>
                    </a:cubicBezTo>
                    <a:cubicBezTo>
                      <a:pt x="337385" y="275653"/>
                      <a:pt x="316816" y="254983"/>
                      <a:pt x="291443" y="254983"/>
                    </a:cubicBezTo>
                    <a:close/>
                    <a:moveTo>
                      <a:pt x="291443" y="226374"/>
                    </a:moveTo>
                    <a:cubicBezTo>
                      <a:pt x="332580" y="226374"/>
                      <a:pt x="366061" y="259776"/>
                      <a:pt x="366061" y="300966"/>
                    </a:cubicBezTo>
                    <a:cubicBezTo>
                      <a:pt x="366061" y="342007"/>
                      <a:pt x="332580" y="375408"/>
                      <a:pt x="291443" y="375408"/>
                    </a:cubicBezTo>
                    <a:cubicBezTo>
                      <a:pt x="250155" y="375408"/>
                      <a:pt x="216674" y="342007"/>
                      <a:pt x="216674" y="300966"/>
                    </a:cubicBezTo>
                    <a:cubicBezTo>
                      <a:pt x="216674" y="259776"/>
                      <a:pt x="250155" y="226374"/>
                      <a:pt x="291443" y="226374"/>
                    </a:cubicBezTo>
                    <a:close/>
                    <a:moveTo>
                      <a:pt x="248975" y="28613"/>
                    </a:moveTo>
                    <a:lnTo>
                      <a:pt x="248975" y="78050"/>
                    </a:lnTo>
                    <a:cubicBezTo>
                      <a:pt x="248975" y="84642"/>
                      <a:pt x="244473" y="90334"/>
                      <a:pt x="238170" y="91982"/>
                    </a:cubicBezTo>
                    <a:cubicBezTo>
                      <a:pt x="199754" y="101720"/>
                      <a:pt x="164640" y="121944"/>
                      <a:pt x="136728" y="150408"/>
                    </a:cubicBezTo>
                    <a:cubicBezTo>
                      <a:pt x="132226" y="155052"/>
                      <a:pt x="125023" y="156101"/>
                      <a:pt x="119321" y="152805"/>
                    </a:cubicBezTo>
                    <a:lnTo>
                      <a:pt x="76403" y="128086"/>
                    </a:lnTo>
                    <a:lnTo>
                      <a:pt x="33936" y="201493"/>
                    </a:lnTo>
                    <a:lnTo>
                      <a:pt x="76854" y="226211"/>
                    </a:lnTo>
                    <a:cubicBezTo>
                      <a:pt x="82556" y="229507"/>
                      <a:pt x="85257" y="236099"/>
                      <a:pt x="83456" y="242541"/>
                    </a:cubicBezTo>
                    <a:cubicBezTo>
                      <a:pt x="78204" y="261417"/>
                      <a:pt x="75503" y="281042"/>
                      <a:pt x="75503" y="300966"/>
                    </a:cubicBezTo>
                    <a:cubicBezTo>
                      <a:pt x="75503" y="320741"/>
                      <a:pt x="78204" y="340366"/>
                      <a:pt x="83456" y="359392"/>
                    </a:cubicBezTo>
                    <a:cubicBezTo>
                      <a:pt x="85257" y="365684"/>
                      <a:pt x="82556" y="372425"/>
                      <a:pt x="76854" y="375571"/>
                    </a:cubicBezTo>
                    <a:lnTo>
                      <a:pt x="33936" y="400289"/>
                    </a:lnTo>
                    <a:lnTo>
                      <a:pt x="76403" y="473696"/>
                    </a:lnTo>
                    <a:lnTo>
                      <a:pt x="116770" y="450475"/>
                    </a:lnTo>
                    <a:lnTo>
                      <a:pt x="186699" y="380814"/>
                    </a:lnTo>
                    <a:cubicBezTo>
                      <a:pt x="192251" y="375122"/>
                      <a:pt x="201405" y="375122"/>
                      <a:pt x="206957" y="380814"/>
                    </a:cubicBezTo>
                    <a:cubicBezTo>
                      <a:pt x="212509" y="386357"/>
                      <a:pt x="212509" y="395346"/>
                      <a:pt x="206957" y="401038"/>
                    </a:cubicBezTo>
                    <a:lnTo>
                      <a:pt x="146782" y="460962"/>
                    </a:lnTo>
                    <a:cubicBezTo>
                      <a:pt x="171242" y="482984"/>
                      <a:pt x="200204" y="499163"/>
                      <a:pt x="231717" y="508152"/>
                    </a:cubicBezTo>
                    <a:lnTo>
                      <a:pt x="296544" y="443434"/>
                    </a:lnTo>
                    <a:cubicBezTo>
                      <a:pt x="302096" y="437891"/>
                      <a:pt x="311250" y="437891"/>
                      <a:pt x="316803" y="443434"/>
                    </a:cubicBezTo>
                    <a:cubicBezTo>
                      <a:pt x="322355" y="448977"/>
                      <a:pt x="322355" y="458116"/>
                      <a:pt x="316803" y="463659"/>
                    </a:cubicBezTo>
                    <a:lnTo>
                      <a:pt x="248975" y="531372"/>
                    </a:lnTo>
                    <a:lnTo>
                      <a:pt x="248975" y="573169"/>
                    </a:lnTo>
                    <a:lnTo>
                      <a:pt x="333910" y="573169"/>
                    </a:lnTo>
                    <a:lnTo>
                      <a:pt x="333910" y="523732"/>
                    </a:lnTo>
                    <a:cubicBezTo>
                      <a:pt x="333910" y="517140"/>
                      <a:pt x="338261" y="511448"/>
                      <a:pt x="344714" y="509800"/>
                    </a:cubicBezTo>
                    <a:cubicBezTo>
                      <a:pt x="383130" y="500212"/>
                      <a:pt x="418094" y="479988"/>
                      <a:pt x="446006" y="451374"/>
                    </a:cubicBezTo>
                    <a:cubicBezTo>
                      <a:pt x="450508" y="446730"/>
                      <a:pt x="457711" y="445681"/>
                      <a:pt x="463413" y="448977"/>
                    </a:cubicBezTo>
                    <a:lnTo>
                      <a:pt x="506331" y="473696"/>
                    </a:lnTo>
                    <a:lnTo>
                      <a:pt x="548798" y="400289"/>
                    </a:lnTo>
                    <a:lnTo>
                      <a:pt x="505880" y="375571"/>
                    </a:lnTo>
                    <a:cubicBezTo>
                      <a:pt x="500178" y="372425"/>
                      <a:pt x="497477" y="365684"/>
                      <a:pt x="499278" y="359392"/>
                    </a:cubicBezTo>
                    <a:cubicBezTo>
                      <a:pt x="504680" y="340366"/>
                      <a:pt x="507381" y="320741"/>
                      <a:pt x="507381" y="300966"/>
                    </a:cubicBezTo>
                    <a:cubicBezTo>
                      <a:pt x="507381" y="281042"/>
                      <a:pt x="504680" y="261417"/>
                      <a:pt x="499278" y="242391"/>
                    </a:cubicBezTo>
                    <a:cubicBezTo>
                      <a:pt x="497477" y="236099"/>
                      <a:pt x="500178" y="229507"/>
                      <a:pt x="505880" y="226211"/>
                    </a:cubicBezTo>
                    <a:lnTo>
                      <a:pt x="548798" y="201493"/>
                    </a:lnTo>
                    <a:lnTo>
                      <a:pt x="506331" y="128086"/>
                    </a:lnTo>
                    <a:lnTo>
                      <a:pt x="463413" y="152805"/>
                    </a:lnTo>
                    <a:cubicBezTo>
                      <a:pt x="457711" y="156101"/>
                      <a:pt x="450508" y="155052"/>
                      <a:pt x="446006" y="150408"/>
                    </a:cubicBezTo>
                    <a:cubicBezTo>
                      <a:pt x="418094" y="121944"/>
                      <a:pt x="383130" y="101720"/>
                      <a:pt x="344714" y="91982"/>
                    </a:cubicBezTo>
                    <a:cubicBezTo>
                      <a:pt x="338261" y="90334"/>
                      <a:pt x="333910" y="84642"/>
                      <a:pt x="333910" y="78050"/>
                    </a:cubicBezTo>
                    <a:lnTo>
                      <a:pt x="333910" y="28613"/>
                    </a:lnTo>
                    <a:close/>
                    <a:moveTo>
                      <a:pt x="234569" y="0"/>
                    </a:moveTo>
                    <a:lnTo>
                      <a:pt x="348165" y="0"/>
                    </a:lnTo>
                    <a:cubicBezTo>
                      <a:pt x="356119" y="0"/>
                      <a:pt x="362571" y="6442"/>
                      <a:pt x="362571" y="14381"/>
                    </a:cubicBezTo>
                    <a:lnTo>
                      <a:pt x="362571" y="67264"/>
                    </a:lnTo>
                    <a:cubicBezTo>
                      <a:pt x="398286" y="78050"/>
                      <a:pt x="431150" y="96926"/>
                      <a:pt x="458461" y="122543"/>
                    </a:cubicBezTo>
                    <a:lnTo>
                      <a:pt x="504380" y="96177"/>
                    </a:lnTo>
                    <a:cubicBezTo>
                      <a:pt x="507681" y="94229"/>
                      <a:pt x="511583" y="93630"/>
                      <a:pt x="515334" y="94679"/>
                    </a:cubicBezTo>
                    <a:cubicBezTo>
                      <a:pt x="518936" y="95728"/>
                      <a:pt x="522087" y="98125"/>
                      <a:pt x="524038" y="101420"/>
                    </a:cubicBezTo>
                    <a:lnTo>
                      <a:pt x="580761" y="199545"/>
                    </a:lnTo>
                    <a:cubicBezTo>
                      <a:pt x="584813" y="206436"/>
                      <a:pt x="582412" y="215125"/>
                      <a:pt x="575509" y="219170"/>
                    </a:cubicBezTo>
                    <a:lnTo>
                      <a:pt x="529740" y="245537"/>
                    </a:lnTo>
                    <a:cubicBezTo>
                      <a:pt x="533942" y="263664"/>
                      <a:pt x="536043" y="282240"/>
                      <a:pt x="536043" y="300966"/>
                    </a:cubicBezTo>
                    <a:cubicBezTo>
                      <a:pt x="536043" y="319542"/>
                      <a:pt x="533942" y="338119"/>
                      <a:pt x="529740" y="356246"/>
                    </a:cubicBezTo>
                    <a:lnTo>
                      <a:pt x="575509" y="382762"/>
                    </a:lnTo>
                    <a:cubicBezTo>
                      <a:pt x="582412" y="386657"/>
                      <a:pt x="584813" y="395346"/>
                      <a:pt x="580761" y="402237"/>
                    </a:cubicBezTo>
                    <a:lnTo>
                      <a:pt x="524038" y="500511"/>
                    </a:lnTo>
                    <a:cubicBezTo>
                      <a:pt x="522087" y="503807"/>
                      <a:pt x="518936" y="506204"/>
                      <a:pt x="515334" y="507103"/>
                    </a:cubicBezTo>
                    <a:cubicBezTo>
                      <a:pt x="511583" y="508152"/>
                      <a:pt x="507681" y="507552"/>
                      <a:pt x="504380" y="505755"/>
                    </a:cubicBezTo>
                    <a:lnTo>
                      <a:pt x="458461" y="479239"/>
                    </a:lnTo>
                    <a:cubicBezTo>
                      <a:pt x="431150" y="504856"/>
                      <a:pt x="398286" y="523732"/>
                      <a:pt x="362571" y="534668"/>
                    </a:cubicBezTo>
                    <a:lnTo>
                      <a:pt x="362571" y="587550"/>
                    </a:lnTo>
                    <a:cubicBezTo>
                      <a:pt x="362571" y="595340"/>
                      <a:pt x="356119" y="601782"/>
                      <a:pt x="348165" y="601782"/>
                    </a:cubicBezTo>
                    <a:lnTo>
                      <a:pt x="234569" y="601782"/>
                    </a:lnTo>
                    <a:cubicBezTo>
                      <a:pt x="226615" y="601782"/>
                      <a:pt x="220313" y="595340"/>
                      <a:pt x="220313" y="587550"/>
                    </a:cubicBezTo>
                    <a:lnTo>
                      <a:pt x="220313" y="534668"/>
                    </a:lnTo>
                    <a:cubicBezTo>
                      <a:pt x="184448" y="523732"/>
                      <a:pt x="151734" y="504856"/>
                      <a:pt x="124273" y="479239"/>
                    </a:cubicBezTo>
                    <a:lnTo>
                      <a:pt x="78354" y="505755"/>
                    </a:lnTo>
                    <a:cubicBezTo>
                      <a:pt x="75053" y="507552"/>
                      <a:pt x="71151" y="508152"/>
                      <a:pt x="67400" y="507103"/>
                    </a:cubicBezTo>
                    <a:cubicBezTo>
                      <a:pt x="63798" y="506204"/>
                      <a:pt x="60647" y="503807"/>
                      <a:pt x="58696" y="500511"/>
                    </a:cubicBezTo>
                    <a:lnTo>
                      <a:pt x="1973" y="402237"/>
                    </a:lnTo>
                    <a:cubicBezTo>
                      <a:pt x="-2079" y="395346"/>
                      <a:pt x="322" y="386657"/>
                      <a:pt x="7225" y="382762"/>
                    </a:cubicBezTo>
                    <a:lnTo>
                      <a:pt x="53144" y="356246"/>
                    </a:lnTo>
                    <a:cubicBezTo>
                      <a:pt x="48942" y="338119"/>
                      <a:pt x="46691" y="319542"/>
                      <a:pt x="46691" y="300966"/>
                    </a:cubicBezTo>
                    <a:cubicBezTo>
                      <a:pt x="46691" y="282240"/>
                      <a:pt x="48942" y="263664"/>
                      <a:pt x="53144" y="245537"/>
                    </a:cubicBezTo>
                    <a:lnTo>
                      <a:pt x="7225" y="219170"/>
                    </a:lnTo>
                    <a:cubicBezTo>
                      <a:pt x="322" y="215125"/>
                      <a:pt x="-2079" y="206436"/>
                      <a:pt x="1973" y="199545"/>
                    </a:cubicBezTo>
                    <a:lnTo>
                      <a:pt x="58696" y="101420"/>
                    </a:lnTo>
                    <a:cubicBezTo>
                      <a:pt x="60647" y="98125"/>
                      <a:pt x="63798" y="95728"/>
                      <a:pt x="67400" y="94679"/>
                    </a:cubicBezTo>
                    <a:cubicBezTo>
                      <a:pt x="71151" y="93630"/>
                      <a:pt x="75053" y="94229"/>
                      <a:pt x="78354" y="96177"/>
                    </a:cubicBezTo>
                    <a:lnTo>
                      <a:pt x="124273" y="122543"/>
                    </a:lnTo>
                    <a:cubicBezTo>
                      <a:pt x="151734" y="96926"/>
                      <a:pt x="184448" y="78050"/>
                      <a:pt x="220313" y="67264"/>
                    </a:cubicBezTo>
                    <a:lnTo>
                      <a:pt x="220313" y="14381"/>
                    </a:lnTo>
                    <a:cubicBezTo>
                      <a:pt x="220313" y="6442"/>
                      <a:pt x="226615" y="0"/>
                      <a:pt x="234569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3175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/>
                <a:endParaRPr lang="zh-CN" altLang="en-US" sz="2000" b="1" i="1" dirty="0">
                  <a:solidFill>
                    <a:schemeClr val="tx1"/>
                  </a:solidFill>
                  <a:latin typeface="Calibri" panose="020F0502020204030204" pitchFamily="34" charset="0"/>
                  <a:cs typeface="+mn-ea"/>
                  <a:sym typeface="Calibri" panose="020F0502020204030204" pitchFamily="34" charset="0"/>
                </a:endParaRPr>
              </a:p>
            </p:txBody>
          </p:sp>
        </p:grp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0566" y="140834"/>
            <a:ext cx="2158091" cy="787173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8580239" y="4111396"/>
            <a:ext cx="3195199" cy="2222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注意事项：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  <a:p>
            <a:pPr>
              <a:lnSpc>
                <a:spcPct val="130000"/>
              </a:lnSpc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1.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开始调谐的过程中，如无突发情况，需要等待电机调谐完毕自动停止，否则调谐无效；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  <a:p>
            <a:pPr>
              <a:lnSpc>
                <a:spcPct val="130000"/>
              </a:lnSpc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2.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动态调谐，需要多次对比取值。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7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7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7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7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H_SubTitle_1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042813" y="1943564"/>
            <a:ext cx="1190187" cy="1190187"/>
          </a:xfrm>
          <a:prstGeom prst="roundRect">
            <a:avLst/>
          </a:prstGeom>
          <a:solidFill>
            <a:schemeClr val="accent5"/>
          </a:solidFill>
          <a:ln w="28575" cap="flat">
            <a:noFill/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ctr" anchorCtr="1" compatLnSpc="1"/>
          <a:lstStyle/>
          <a:p>
            <a:r>
              <a:rPr lang="en-US" altLang="zh-CN" sz="4000" dirty="0">
                <a:solidFill>
                  <a:schemeClr val="bg1"/>
                </a:solidFill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1</a:t>
            </a:r>
            <a:endParaRPr lang="en-US" altLang="zh-CN" sz="4000" dirty="0">
              <a:solidFill>
                <a:schemeClr val="bg1"/>
              </a:solidFill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15" name="MH_SubTitle_3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044616" y="3483605"/>
            <a:ext cx="1188384" cy="1190187"/>
          </a:xfrm>
          <a:prstGeom prst="roundRect">
            <a:avLst/>
          </a:prstGeom>
          <a:solidFill>
            <a:schemeClr val="accent2"/>
          </a:solidFill>
          <a:ln w="28575" cap="flat">
            <a:noFill/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ctr" anchorCtr="1" compatLnSpc="1"/>
          <a:lstStyle/>
          <a:p>
            <a:r>
              <a:rPr lang="en-US" altLang="zh-CN" sz="4000" dirty="0">
                <a:solidFill>
                  <a:schemeClr val="bg1"/>
                </a:solidFill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2</a:t>
            </a:r>
            <a:endParaRPr lang="en-US" altLang="zh-CN" sz="4000" dirty="0">
              <a:solidFill>
                <a:schemeClr val="bg1"/>
              </a:solidFill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16" name="MH_SubTitle_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044616" y="5154240"/>
            <a:ext cx="1188384" cy="1190187"/>
          </a:xfrm>
          <a:prstGeom prst="roundRect">
            <a:avLst/>
          </a:prstGeom>
          <a:solidFill>
            <a:schemeClr val="bg2"/>
          </a:solidFill>
          <a:ln w="28575" cap="flat">
            <a:noFill/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ctr" anchorCtr="1" compatLnSpc="1"/>
          <a:lstStyle/>
          <a:p>
            <a:r>
              <a:rPr lang="en-US" altLang="zh-CN" sz="4000" dirty="0">
                <a:solidFill>
                  <a:schemeClr val="bg1"/>
                </a:solidFill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3</a:t>
            </a:r>
            <a:endParaRPr lang="en-US" altLang="zh-CN" sz="4000" dirty="0">
              <a:solidFill>
                <a:schemeClr val="bg1"/>
              </a:solidFill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3674704" y="1808368"/>
            <a:ext cx="4842593" cy="1240658"/>
            <a:chOff x="1394884" y="3975090"/>
            <a:chExt cx="4691286" cy="884126"/>
          </a:xfrm>
        </p:grpSpPr>
        <p:sp>
          <p:nvSpPr>
            <p:cNvPr id="33" name="TextBox 96"/>
            <p:cNvSpPr txBox="1"/>
            <p:nvPr/>
          </p:nvSpPr>
          <p:spPr>
            <a:xfrm>
              <a:off x="2137444" y="3975090"/>
              <a:ext cx="2912031" cy="2851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chemeClr val="accent5"/>
                  </a:solidFill>
                  <a:latin typeface="Calibri" panose="020F0502020204030204" pitchFamily="34" charset="0"/>
                  <a:cs typeface="+mn-ea"/>
                  <a:sym typeface="Calibri" panose="020F0502020204030204" pitchFamily="34" charset="0"/>
                </a:rPr>
                <a:t>确认程序正常开管无故障</a:t>
              </a:r>
              <a:endParaRPr lang="zh-CN" altLang="en-US" sz="2000" dirty="0">
                <a:solidFill>
                  <a:schemeClr val="accent5"/>
                </a:solidFill>
                <a:latin typeface="Calibri" panose="020F0502020204030204" pitchFamily="34" charset="0"/>
                <a:cs typeface="+mn-ea"/>
                <a:sym typeface="Calibri" panose="020F0502020204030204" pitchFamily="34" charset="0"/>
              </a:endParaRPr>
            </a:p>
          </p:txBody>
        </p:sp>
        <p:sp>
          <p:nvSpPr>
            <p:cNvPr id="34" name="Rectangle 5"/>
            <p:cNvSpPr/>
            <p:nvPr/>
          </p:nvSpPr>
          <p:spPr bwMode="auto">
            <a:xfrm>
              <a:off x="1394884" y="4267881"/>
              <a:ext cx="4691286" cy="5913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 anchor="t"/>
            <a:lstStyle/>
            <a:p>
              <a:pPr algn="ctr"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dirty="0">
                  <a:latin typeface="Calibri" panose="020F0502020204030204" pitchFamily="34" charset="0"/>
                  <a:cs typeface="+mn-ea"/>
                  <a:sym typeface="Calibri" panose="020F0502020204030204" pitchFamily="34" charset="0"/>
                </a:rPr>
                <a:t>首先烧录程序然后，上高压无故障，开管使能油泵，进行电机的调谐，以及零位整定流程。</a:t>
              </a:r>
              <a:endParaRPr lang="en-US" altLang="zh-CN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3669859" y="3483605"/>
            <a:ext cx="4885146" cy="1235850"/>
            <a:chOff x="6366331" y="3994496"/>
            <a:chExt cx="2166536" cy="1453325"/>
          </a:xfrm>
        </p:grpSpPr>
        <p:sp>
          <p:nvSpPr>
            <p:cNvPr id="39" name="TextBox 100"/>
            <p:cNvSpPr txBox="1"/>
            <p:nvPr/>
          </p:nvSpPr>
          <p:spPr>
            <a:xfrm>
              <a:off x="6403510" y="3994496"/>
              <a:ext cx="2129357" cy="4705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chemeClr val="accent2"/>
                  </a:solidFill>
                  <a:latin typeface="Calibri" panose="020F0502020204030204" pitchFamily="34" charset="0"/>
                  <a:cs typeface="+mn-ea"/>
                  <a:sym typeface="Calibri" panose="020F0502020204030204" pitchFamily="34" charset="0"/>
                </a:rPr>
                <a:t>针对不同的目标转速提供加减速解决方案</a:t>
              </a:r>
              <a:endParaRPr lang="zh-CN" altLang="en-US" sz="2000" dirty="0">
                <a:solidFill>
                  <a:schemeClr val="accent2"/>
                </a:solidFill>
                <a:latin typeface="Calibri" panose="020F0502020204030204" pitchFamily="34" charset="0"/>
                <a:cs typeface="+mn-ea"/>
                <a:sym typeface="Calibri" panose="020F0502020204030204" pitchFamily="34" charset="0"/>
              </a:endParaRPr>
            </a:p>
          </p:txBody>
        </p:sp>
        <p:sp>
          <p:nvSpPr>
            <p:cNvPr id="40" name="Rectangle 5"/>
            <p:cNvSpPr/>
            <p:nvPr/>
          </p:nvSpPr>
          <p:spPr bwMode="auto">
            <a:xfrm>
              <a:off x="6366331" y="4433848"/>
              <a:ext cx="2151960" cy="10139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 anchor="t"/>
            <a:lstStyle/>
            <a:p>
              <a:pPr algn="ctr"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dirty="0">
                  <a:latin typeface="Calibri" panose="020F0502020204030204" pitchFamily="34" charset="0"/>
                  <a:cs typeface="+mn-ea"/>
                  <a:sym typeface="Calibri" panose="020F0502020204030204" pitchFamily="34" charset="0"/>
                </a:rPr>
                <a:t>由于</a:t>
              </a:r>
              <a:r>
                <a:rPr lang="en-US" altLang="zh-CN" dirty="0">
                  <a:latin typeface="Calibri" panose="020F0502020204030204" pitchFamily="34" charset="0"/>
                  <a:cs typeface="+mn-ea"/>
                  <a:sym typeface="Calibri" panose="020F0502020204030204" pitchFamily="34" charset="0"/>
                </a:rPr>
                <a:t>TCF</a:t>
              </a:r>
              <a:r>
                <a:rPr lang="zh-CN" altLang="en-US" dirty="0">
                  <a:latin typeface="Calibri" panose="020F0502020204030204" pitchFamily="34" charset="0"/>
                  <a:cs typeface="+mn-ea"/>
                  <a:sym typeface="Calibri" panose="020F0502020204030204" pitchFamily="34" charset="0"/>
                </a:rPr>
                <a:t>叉车举升，倾斜，转向等功能，具有不同的目标转速，给出一个转速平滑切换的方案。</a:t>
              </a:r>
              <a:endParaRPr lang="en-US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endParaRP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3773238" y="5154240"/>
            <a:ext cx="4645524" cy="1190188"/>
            <a:chOff x="8902642" y="3746500"/>
            <a:chExt cx="2128142" cy="2000747"/>
          </a:xfrm>
        </p:grpSpPr>
        <p:sp>
          <p:nvSpPr>
            <p:cNvPr id="42" name="TextBox 102"/>
            <p:cNvSpPr txBox="1"/>
            <p:nvPr/>
          </p:nvSpPr>
          <p:spPr>
            <a:xfrm>
              <a:off x="9278189" y="3746500"/>
              <a:ext cx="1377044" cy="6725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chemeClr val="bg2"/>
                  </a:solidFill>
                  <a:latin typeface="Calibri" panose="020F0502020204030204" pitchFamily="34" charset="0"/>
                  <a:cs typeface="+mn-ea"/>
                  <a:sym typeface="Calibri" panose="020F0502020204030204" pitchFamily="34" charset="0"/>
                </a:rPr>
                <a:t>对比新旧转速跟随的效果</a:t>
              </a:r>
              <a:endParaRPr lang="zh-CN" altLang="en-US" sz="2000" dirty="0">
                <a:solidFill>
                  <a:schemeClr val="bg2"/>
                </a:solidFill>
                <a:latin typeface="Calibri" panose="020F0502020204030204" pitchFamily="34" charset="0"/>
                <a:cs typeface="+mn-ea"/>
                <a:sym typeface="Calibri" panose="020F0502020204030204" pitchFamily="34" charset="0"/>
              </a:endParaRPr>
            </a:p>
          </p:txBody>
        </p:sp>
        <p:sp>
          <p:nvSpPr>
            <p:cNvPr id="43" name="Rectangle 5"/>
            <p:cNvSpPr/>
            <p:nvPr/>
          </p:nvSpPr>
          <p:spPr bwMode="auto">
            <a:xfrm>
              <a:off x="8902642" y="4431585"/>
              <a:ext cx="2128142" cy="1315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 anchor="t"/>
            <a:lstStyle/>
            <a:p>
              <a:pPr algn="ctr"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dirty="0">
                  <a:latin typeface="Calibri" panose="020F0502020204030204" pitchFamily="34" charset="0"/>
                  <a:cs typeface="+mn-ea"/>
                  <a:sym typeface="Calibri" panose="020F0502020204030204" pitchFamily="34" charset="0"/>
                </a:rPr>
                <a:t>对于新旧两个程序的转速跟随性能，进行对比分析。</a:t>
              </a:r>
              <a:endParaRPr lang="en-US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endParaRPr>
            </a:p>
          </p:txBody>
        </p:sp>
      </p:grpSp>
      <p:sp>
        <p:nvSpPr>
          <p:cNvPr id="24" name="TextBox 8"/>
          <p:cNvSpPr txBox="1"/>
          <p:nvPr/>
        </p:nvSpPr>
        <p:spPr>
          <a:xfrm>
            <a:off x="2900454" y="263217"/>
            <a:ext cx="3625369" cy="46121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 defTabSz="890905">
              <a:lnSpc>
                <a:spcPct val="114000"/>
              </a:lnSpc>
            </a:pPr>
            <a:r>
              <a:rPr lang="en-US" altLang="zh-CN" sz="2800" b="1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TCF</a:t>
            </a:r>
            <a:r>
              <a:rPr lang="zh-CN" altLang="en-US" sz="2800" b="1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油泵程序的调试</a:t>
            </a:r>
            <a:endParaRPr lang="zh-CN" altLang="en-US" sz="2800" b="1" dirty="0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25" name="iconfont-11790-5634312"/>
          <p:cNvSpPr>
            <a:spLocks noChangeAspect="1"/>
          </p:cNvSpPr>
          <p:nvPr/>
        </p:nvSpPr>
        <p:spPr bwMode="auto">
          <a:xfrm>
            <a:off x="2437896" y="231130"/>
            <a:ext cx="609525" cy="609685"/>
          </a:xfrm>
          <a:custGeom>
            <a:avLst/>
            <a:gdLst>
              <a:gd name="T0" fmla="*/ 3779 w 7964"/>
              <a:gd name="T1" fmla="*/ 2906 h 7964"/>
              <a:gd name="T2" fmla="*/ 2906 w 7964"/>
              <a:gd name="T3" fmla="*/ 3779 h 7964"/>
              <a:gd name="T4" fmla="*/ 3779 w 7964"/>
              <a:gd name="T5" fmla="*/ 4651 h 7964"/>
              <a:gd name="T6" fmla="*/ 4651 w 7964"/>
              <a:gd name="T7" fmla="*/ 3779 h 7964"/>
              <a:gd name="T8" fmla="*/ 3779 w 7964"/>
              <a:gd name="T9" fmla="*/ 2906 h 7964"/>
              <a:gd name="T10" fmla="*/ 4198 w 7964"/>
              <a:gd name="T11" fmla="*/ 3444 h 7964"/>
              <a:gd name="T12" fmla="*/ 3779 w 7964"/>
              <a:gd name="T13" fmla="*/ 3242 h 7964"/>
              <a:gd name="T14" fmla="*/ 3339 w 7964"/>
              <a:gd name="T15" fmla="*/ 3470 h 7964"/>
              <a:gd name="T16" fmla="*/ 3229 w 7964"/>
              <a:gd name="T17" fmla="*/ 3394 h 7964"/>
              <a:gd name="T18" fmla="*/ 3779 w 7964"/>
              <a:gd name="T19" fmla="*/ 3107 h 7964"/>
              <a:gd name="T20" fmla="*/ 4303 w 7964"/>
              <a:gd name="T21" fmla="*/ 3360 h 7964"/>
              <a:gd name="T22" fmla="*/ 4198 w 7964"/>
              <a:gd name="T23" fmla="*/ 3444 h 7964"/>
              <a:gd name="T24" fmla="*/ 7651 w 7964"/>
              <a:gd name="T25" fmla="*/ 2432 h 7964"/>
              <a:gd name="T26" fmla="*/ 6798 w 7964"/>
              <a:gd name="T27" fmla="*/ 1166 h 7964"/>
              <a:gd name="T28" fmla="*/ 5532 w 7964"/>
              <a:gd name="T29" fmla="*/ 313 h 7964"/>
              <a:gd name="T30" fmla="*/ 3982 w 7964"/>
              <a:gd name="T31" fmla="*/ 0 h 7964"/>
              <a:gd name="T32" fmla="*/ 2432 w 7964"/>
              <a:gd name="T33" fmla="*/ 313 h 7964"/>
              <a:gd name="T34" fmla="*/ 1166 w 7964"/>
              <a:gd name="T35" fmla="*/ 1166 h 7964"/>
              <a:gd name="T36" fmla="*/ 313 w 7964"/>
              <a:gd name="T37" fmla="*/ 2432 h 7964"/>
              <a:gd name="T38" fmla="*/ 0 w 7964"/>
              <a:gd name="T39" fmla="*/ 3982 h 7964"/>
              <a:gd name="T40" fmla="*/ 313 w 7964"/>
              <a:gd name="T41" fmla="*/ 5532 h 7964"/>
              <a:gd name="T42" fmla="*/ 1166 w 7964"/>
              <a:gd name="T43" fmla="*/ 6798 h 7964"/>
              <a:gd name="T44" fmla="*/ 2432 w 7964"/>
              <a:gd name="T45" fmla="*/ 7651 h 7964"/>
              <a:gd name="T46" fmla="*/ 3982 w 7964"/>
              <a:gd name="T47" fmla="*/ 7964 h 7964"/>
              <a:gd name="T48" fmla="*/ 5532 w 7964"/>
              <a:gd name="T49" fmla="*/ 7651 h 7964"/>
              <a:gd name="T50" fmla="*/ 6798 w 7964"/>
              <a:gd name="T51" fmla="*/ 6798 h 7964"/>
              <a:gd name="T52" fmla="*/ 7651 w 7964"/>
              <a:gd name="T53" fmla="*/ 5532 h 7964"/>
              <a:gd name="T54" fmla="*/ 7964 w 7964"/>
              <a:gd name="T55" fmla="*/ 3982 h 7964"/>
              <a:gd name="T56" fmla="*/ 7651 w 7964"/>
              <a:gd name="T57" fmla="*/ 2432 h 7964"/>
              <a:gd name="T58" fmla="*/ 5292 w 7964"/>
              <a:gd name="T59" fmla="*/ 5141 h 7964"/>
              <a:gd name="T60" fmla="*/ 5161 w 7964"/>
              <a:gd name="T61" fmla="*/ 5289 h 7964"/>
              <a:gd name="T62" fmla="*/ 4960 w 7964"/>
              <a:gd name="T63" fmla="*/ 5285 h 7964"/>
              <a:gd name="T64" fmla="*/ 4423 w 7964"/>
              <a:gd name="T65" fmla="*/ 4739 h 7964"/>
              <a:gd name="T66" fmla="*/ 4414 w 7964"/>
              <a:gd name="T67" fmla="*/ 4726 h 7964"/>
              <a:gd name="T68" fmla="*/ 3779 w 7964"/>
              <a:gd name="T69" fmla="*/ 4920 h 7964"/>
              <a:gd name="T70" fmla="*/ 2637 w 7964"/>
              <a:gd name="T71" fmla="*/ 3779 h 7964"/>
              <a:gd name="T72" fmla="*/ 3779 w 7964"/>
              <a:gd name="T73" fmla="*/ 2638 h 7964"/>
              <a:gd name="T74" fmla="*/ 4920 w 7964"/>
              <a:gd name="T75" fmla="*/ 3779 h 7964"/>
              <a:gd name="T76" fmla="*/ 4734 w 7964"/>
              <a:gd name="T77" fmla="*/ 4402 h 7964"/>
              <a:gd name="T78" fmla="*/ 4740 w 7964"/>
              <a:gd name="T79" fmla="*/ 4406 h 7964"/>
              <a:gd name="T80" fmla="*/ 5281 w 7964"/>
              <a:gd name="T81" fmla="*/ 4947 h 7964"/>
              <a:gd name="T82" fmla="*/ 5292 w 7964"/>
              <a:gd name="T83" fmla="*/ 5141 h 79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7964" h="7964">
                <a:moveTo>
                  <a:pt x="3779" y="2906"/>
                </a:moveTo>
                <a:cubicBezTo>
                  <a:pt x="3297" y="2906"/>
                  <a:pt x="2906" y="3297"/>
                  <a:pt x="2906" y="3779"/>
                </a:cubicBezTo>
                <a:cubicBezTo>
                  <a:pt x="2906" y="4260"/>
                  <a:pt x="3297" y="4651"/>
                  <a:pt x="3779" y="4651"/>
                </a:cubicBezTo>
                <a:cubicBezTo>
                  <a:pt x="4261" y="4651"/>
                  <a:pt x="4651" y="4260"/>
                  <a:pt x="4651" y="3779"/>
                </a:cubicBezTo>
                <a:cubicBezTo>
                  <a:pt x="4651" y="3297"/>
                  <a:pt x="4261" y="2906"/>
                  <a:pt x="3779" y="2906"/>
                </a:cubicBezTo>
                <a:close/>
                <a:moveTo>
                  <a:pt x="4198" y="3444"/>
                </a:moveTo>
                <a:cubicBezTo>
                  <a:pt x="4100" y="3321"/>
                  <a:pt x="3949" y="3242"/>
                  <a:pt x="3779" y="3242"/>
                </a:cubicBezTo>
                <a:cubicBezTo>
                  <a:pt x="3597" y="3242"/>
                  <a:pt x="3437" y="3332"/>
                  <a:pt x="3339" y="3470"/>
                </a:cubicBezTo>
                <a:lnTo>
                  <a:pt x="3229" y="3394"/>
                </a:lnTo>
                <a:cubicBezTo>
                  <a:pt x="3351" y="3221"/>
                  <a:pt x="3551" y="3107"/>
                  <a:pt x="3779" y="3107"/>
                </a:cubicBezTo>
                <a:cubicBezTo>
                  <a:pt x="3991" y="3107"/>
                  <a:pt x="4180" y="3206"/>
                  <a:pt x="4303" y="3360"/>
                </a:cubicBezTo>
                <a:lnTo>
                  <a:pt x="4198" y="3444"/>
                </a:lnTo>
                <a:close/>
                <a:moveTo>
                  <a:pt x="7651" y="2432"/>
                </a:moveTo>
                <a:cubicBezTo>
                  <a:pt x="7451" y="1958"/>
                  <a:pt x="7164" y="1532"/>
                  <a:pt x="6798" y="1166"/>
                </a:cubicBezTo>
                <a:cubicBezTo>
                  <a:pt x="6432" y="800"/>
                  <a:pt x="6006" y="513"/>
                  <a:pt x="5532" y="313"/>
                </a:cubicBezTo>
                <a:cubicBezTo>
                  <a:pt x="5041" y="105"/>
                  <a:pt x="4520" y="0"/>
                  <a:pt x="3982" y="0"/>
                </a:cubicBezTo>
                <a:cubicBezTo>
                  <a:pt x="3444" y="0"/>
                  <a:pt x="2923" y="105"/>
                  <a:pt x="2432" y="313"/>
                </a:cubicBezTo>
                <a:cubicBezTo>
                  <a:pt x="1958" y="513"/>
                  <a:pt x="1532" y="800"/>
                  <a:pt x="1166" y="1166"/>
                </a:cubicBezTo>
                <a:cubicBezTo>
                  <a:pt x="800" y="1532"/>
                  <a:pt x="513" y="1958"/>
                  <a:pt x="313" y="2432"/>
                </a:cubicBezTo>
                <a:cubicBezTo>
                  <a:pt x="105" y="2923"/>
                  <a:pt x="0" y="3444"/>
                  <a:pt x="0" y="3982"/>
                </a:cubicBezTo>
                <a:cubicBezTo>
                  <a:pt x="0" y="4520"/>
                  <a:pt x="105" y="5041"/>
                  <a:pt x="313" y="5532"/>
                </a:cubicBezTo>
                <a:cubicBezTo>
                  <a:pt x="513" y="6006"/>
                  <a:pt x="800" y="6432"/>
                  <a:pt x="1166" y="6798"/>
                </a:cubicBezTo>
                <a:cubicBezTo>
                  <a:pt x="1532" y="7164"/>
                  <a:pt x="1958" y="7451"/>
                  <a:pt x="2432" y="7651"/>
                </a:cubicBezTo>
                <a:cubicBezTo>
                  <a:pt x="2923" y="7859"/>
                  <a:pt x="3444" y="7964"/>
                  <a:pt x="3982" y="7964"/>
                </a:cubicBezTo>
                <a:cubicBezTo>
                  <a:pt x="4520" y="7964"/>
                  <a:pt x="5041" y="7859"/>
                  <a:pt x="5532" y="7651"/>
                </a:cubicBezTo>
                <a:cubicBezTo>
                  <a:pt x="6006" y="7451"/>
                  <a:pt x="6432" y="7164"/>
                  <a:pt x="6798" y="6798"/>
                </a:cubicBezTo>
                <a:cubicBezTo>
                  <a:pt x="7164" y="6432"/>
                  <a:pt x="7451" y="6006"/>
                  <a:pt x="7651" y="5532"/>
                </a:cubicBezTo>
                <a:cubicBezTo>
                  <a:pt x="7859" y="5041"/>
                  <a:pt x="7964" y="4520"/>
                  <a:pt x="7964" y="3982"/>
                </a:cubicBezTo>
                <a:cubicBezTo>
                  <a:pt x="7964" y="3444"/>
                  <a:pt x="7859" y="2923"/>
                  <a:pt x="7651" y="2432"/>
                </a:cubicBezTo>
                <a:close/>
                <a:moveTo>
                  <a:pt x="5292" y="5141"/>
                </a:moveTo>
                <a:lnTo>
                  <a:pt x="5161" y="5289"/>
                </a:lnTo>
                <a:cubicBezTo>
                  <a:pt x="5109" y="5342"/>
                  <a:pt x="5013" y="5337"/>
                  <a:pt x="4960" y="5285"/>
                </a:cubicBezTo>
                <a:lnTo>
                  <a:pt x="4423" y="4739"/>
                </a:lnTo>
                <a:cubicBezTo>
                  <a:pt x="4419" y="4736"/>
                  <a:pt x="4417" y="4730"/>
                  <a:pt x="4414" y="4726"/>
                </a:cubicBezTo>
                <a:cubicBezTo>
                  <a:pt x="4232" y="4848"/>
                  <a:pt x="4014" y="4920"/>
                  <a:pt x="3779" y="4920"/>
                </a:cubicBezTo>
                <a:cubicBezTo>
                  <a:pt x="3148" y="4920"/>
                  <a:pt x="2637" y="4409"/>
                  <a:pt x="2637" y="3779"/>
                </a:cubicBezTo>
                <a:cubicBezTo>
                  <a:pt x="2637" y="3148"/>
                  <a:pt x="3148" y="2638"/>
                  <a:pt x="3779" y="2638"/>
                </a:cubicBezTo>
                <a:cubicBezTo>
                  <a:pt x="4409" y="2638"/>
                  <a:pt x="4920" y="3148"/>
                  <a:pt x="4920" y="3779"/>
                </a:cubicBezTo>
                <a:cubicBezTo>
                  <a:pt x="4920" y="4009"/>
                  <a:pt x="4851" y="4223"/>
                  <a:pt x="4734" y="4402"/>
                </a:cubicBezTo>
                <a:cubicBezTo>
                  <a:pt x="4736" y="4404"/>
                  <a:pt x="4738" y="4404"/>
                  <a:pt x="4740" y="4406"/>
                </a:cubicBezTo>
                <a:lnTo>
                  <a:pt x="5281" y="4947"/>
                </a:lnTo>
                <a:cubicBezTo>
                  <a:pt x="5334" y="5000"/>
                  <a:pt x="5345" y="5089"/>
                  <a:pt x="5292" y="514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2" name="Rectangle 5"/>
          <p:cNvSpPr/>
          <p:nvPr/>
        </p:nvSpPr>
        <p:spPr bwMode="auto">
          <a:xfrm>
            <a:off x="2042813" y="962326"/>
            <a:ext cx="6186371" cy="365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t"/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目标要求：确保油泵正常上下高压以及开管运行，然后提高油泵的转速跟随能力，增加操作舒适性。</a:t>
            </a:r>
            <a:endParaRPr lang="en-US" altLang="zh-CN" dirty="0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566" y="140834"/>
            <a:ext cx="2158091" cy="78717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" presetClass="entr" presetSubtype="4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" presetClass="entr" presetSubtype="4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" presetClass="entr" presetSubtype="4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15" grpId="0" bldLvl="0" animBg="1"/>
      <p:bldP spid="16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font-11790-5634312"/>
          <p:cNvSpPr>
            <a:spLocks noChangeAspect="1"/>
          </p:cNvSpPr>
          <p:nvPr/>
        </p:nvSpPr>
        <p:spPr bwMode="auto">
          <a:xfrm>
            <a:off x="2437896" y="231130"/>
            <a:ext cx="609525" cy="609685"/>
          </a:xfrm>
          <a:custGeom>
            <a:avLst/>
            <a:gdLst>
              <a:gd name="T0" fmla="*/ 3779 w 7964"/>
              <a:gd name="T1" fmla="*/ 2906 h 7964"/>
              <a:gd name="T2" fmla="*/ 2906 w 7964"/>
              <a:gd name="T3" fmla="*/ 3779 h 7964"/>
              <a:gd name="T4" fmla="*/ 3779 w 7964"/>
              <a:gd name="T5" fmla="*/ 4651 h 7964"/>
              <a:gd name="T6" fmla="*/ 4651 w 7964"/>
              <a:gd name="T7" fmla="*/ 3779 h 7964"/>
              <a:gd name="T8" fmla="*/ 3779 w 7964"/>
              <a:gd name="T9" fmla="*/ 2906 h 7964"/>
              <a:gd name="T10" fmla="*/ 4198 w 7964"/>
              <a:gd name="T11" fmla="*/ 3444 h 7964"/>
              <a:gd name="T12" fmla="*/ 3779 w 7964"/>
              <a:gd name="T13" fmla="*/ 3242 h 7964"/>
              <a:gd name="T14" fmla="*/ 3339 w 7964"/>
              <a:gd name="T15" fmla="*/ 3470 h 7964"/>
              <a:gd name="T16" fmla="*/ 3229 w 7964"/>
              <a:gd name="T17" fmla="*/ 3394 h 7964"/>
              <a:gd name="T18" fmla="*/ 3779 w 7964"/>
              <a:gd name="T19" fmla="*/ 3107 h 7964"/>
              <a:gd name="T20" fmla="*/ 4303 w 7964"/>
              <a:gd name="T21" fmla="*/ 3360 h 7964"/>
              <a:gd name="T22" fmla="*/ 4198 w 7964"/>
              <a:gd name="T23" fmla="*/ 3444 h 7964"/>
              <a:gd name="T24" fmla="*/ 7651 w 7964"/>
              <a:gd name="T25" fmla="*/ 2432 h 7964"/>
              <a:gd name="T26" fmla="*/ 6798 w 7964"/>
              <a:gd name="T27" fmla="*/ 1166 h 7964"/>
              <a:gd name="T28" fmla="*/ 5532 w 7964"/>
              <a:gd name="T29" fmla="*/ 313 h 7964"/>
              <a:gd name="T30" fmla="*/ 3982 w 7964"/>
              <a:gd name="T31" fmla="*/ 0 h 7964"/>
              <a:gd name="T32" fmla="*/ 2432 w 7964"/>
              <a:gd name="T33" fmla="*/ 313 h 7964"/>
              <a:gd name="T34" fmla="*/ 1166 w 7964"/>
              <a:gd name="T35" fmla="*/ 1166 h 7964"/>
              <a:gd name="T36" fmla="*/ 313 w 7964"/>
              <a:gd name="T37" fmla="*/ 2432 h 7964"/>
              <a:gd name="T38" fmla="*/ 0 w 7964"/>
              <a:gd name="T39" fmla="*/ 3982 h 7964"/>
              <a:gd name="T40" fmla="*/ 313 w 7964"/>
              <a:gd name="T41" fmla="*/ 5532 h 7964"/>
              <a:gd name="T42" fmla="*/ 1166 w 7964"/>
              <a:gd name="T43" fmla="*/ 6798 h 7964"/>
              <a:gd name="T44" fmla="*/ 2432 w 7964"/>
              <a:gd name="T45" fmla="*/ 7651 h 7964"/>
              <a:gd name="T46" fmla="*/ 3982 w 7964"/>
              <a:gd name="T47" fmla="*/ 7964 h 7964"/>
              <a:gd name="T48" fmla="*/ 5532 w 7964"/>
              <a:gd name="T49" fmla="*/ 7651 h 7964"/>
              <a:gd name="T50" fmla="*/ 6798 w 7964"/>
              <a:gd name="T51" fmla="*/ 6798 h 7964"/>
              <a:gd name="T52" fmla="*/ 7651 w 7964"/>
              <a:gd name="T53" fmla="*/ 5532 h 7964"/>
              <a:gd name="T54" fmla="*/ 7964 w 7964"/>
              <a:gd name="T55" fmla="*/ 3982 h 7964"/>
              <a:gd name="T56" fmla="*/ 7651 w 7964"/>
              <a:gd name="T57" fmla="*/ 2432 h 7964"/>
              <a:gd name="T58" fmla="*/ 5292 w 7964"/>
              <a:gd name="T59" fmla="*/ 5141 h 7964"/>
              <a:gd name="T60" fmla="*/ 5161 w 7964"/>
              <a:gd name="T61" fmla="*/ 5289 h 7964"/>
              <a:gd name="T62" fmla="*/ 4960 w 7964"/>
              <a:gd name="T63" fmla="*/ 5285 h 7964"/>
              <a:gd name="T64" fmla="*/ 4423 w 7964"/>
              <a:gd name="T65" fmla="*/ 4739 h 7964"/>
              <a:gd name="T66" fmla="*/ 4414 w 7964"/>
              <a:gd name="T67" fmla="*/ 4726 h 7964"/>
              <a:gd name="T68" fmla="*/ 3779 w 7964"/>
              <a:gd name="T69" fmla="*/ 4920 h 7964"/>
              <a:gd name="T70" fmla="*/ 2637 w 7964"/>
              <a:gd name="T71" fmla="*/ 3779 h 7964"/>
              <a:gd name="T72" fmla="*/ 3779 w 7964"/>
              <a:gd name="T73" fmla="*/ 2638 h 7964"/>
              <a:gd name="T74" fmla="*/ 4920 w 7964"/>
              <a:gd name="T75" fmla="*/ 3779 h 7964"/>
              <a:gd name="T76" fmla="*/ 4734 w 7964"/>
              <a:gd name="T77" fmla="*/ 4402 h 7964"/>
              <a:gd name="T78" fmla="*/ 4740 w 7964"/>
              <a:gd name="T79" fmla="*/ 4406 h 7964"/>
              <a:gd name="T80" fmla="*/ 5281 w 7964"/>
              <a:gd name="T81" fmla="*/ 4947 h 7964"/>
              <a:gd name="T82" fmla="*/ 5292 w 7964"/>
              <a:gd name="T83" fmla="*/ 5141 h 79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7964" h="7964">
                <a:moveTo>
                  <a:pt x="3779" y="2906"/>
                </a:moveTo>
                <a:cubicBezTo>
                  <a:pt x="3297" y="2906"/>
                  <a:pt x="2906" y="3297"/>
                  <a:pt x="2906" y="3779"/>
                </a:cubicBezTo>
                <a:cubicBezTo>
                  <a:pt x="2906" y="4260"/>
                  <a:pt x="3297" y="4651"/>
                  <a:pt x="3779" y="4651"/>
                </a:cubicBezTo>
                <a:cubicBezTo>
                  <a:pt x="4261" y="4651"/>
                  <a:pt x="4651" y="4260"/>
                  <a:pt x="4651" y="3779"/>
                </a:cubicBezTo>
                <a:cubicBezTo>
                  <a:pt x="4651" y="3297"/>
                  <a:pt x="4261" y="2906"/>
                  <a:pt x="3779" y="2906"/>
                </a:cubicBezTo>
                <a:close/>
                <a:moveTo>
                  <a:pt x="4198" y="3444"/>
                </a:moveTo>
                <a:cubicBezTo>
                  <a:pt x="4100" y="3321"/>
                  <a:pt x="3949" y="3242"/>
                  <a:pt x="3779" y="3242"/>
                </a:cubicBezTo>
                <a:cubicBezTo>
                  <a:pt x="3597" y="3242"/>
                  <a:pt x="3437" y="3332"/>
                  <a:pt x="3339" y="3470"/>
                </a:cubicBezTo>
                <a:lnTo>
                  <a:pt x="3229" y="3394"/>
                </a:lnTo>
                <a:cubicBezTo>
                  <a:pt x="3351" y="3221"/>
                  <a:pt x="3551" y="3107"/>
                  <a:pt x="3779" y="3107"/>
                </a:cubicBezTo>
                <a:cubicBezTo>
                  <a:pt x="3991" y="3107"/>
                  <a:pt x="4180" y="3206"/>
                  <a:pt x="4303" y="3360"/>
                </a:cubicBezTo>
                <a:lnTo>
                  <a:pt x="4198" y="3444"/>
                </a:lnTo>
                <a:close/>
                <a:moveTo>
                  <a:pt x="7651" y="2432"/>
                </a:moveTo>
                <a:cubicBezTo>
                  <a:pt x="7451" y="1958"/>
                  <a:pt x="7164" y="1532"/>
                  <a:pt x="6798" y="1166"/>
                </a:cubicBezTo>
                <a:cubicBezTo>
                  <a:pt x="6432" y="800"/>
                  <a:pt x="6006" y="513"/>
                  <a:pt x="5532" y="313"/>
                </a:cubicBezTo>
                <a:cubicBezTo>
                  <a:pt x="5041" y="105"/>
                  <a:pt x="4520" y="0"/>
                  <a:pt x="3982" y="0"/>
                </a:cubicBezTo>
                <a:cubicBezTo>
                  <a:pt x="3444" y="0"/>
                  <a:pt x="2923" y="105"/>
                  <a:pt x="2432" y="313"/>
                </a:cubicBezTo>
                <a:cubicBezTo>
                  <a:pt x="1958" y="513"/>
                  <a:pt x="1532" y="800"/>
                  <a:pt x="1166" y="1166"/>
                </a:cubicBezTo>
                <a:cubicBezTo>
                  <a:pt x="800" y="1532"/>
                  <a:pt x="513" y="1958"/>
                  <a:pt x="313" y="2432"/>
                </a:cubicBezTo>
                <a:cubicBezTo>
                  <a:pt x="105" y="2923"/>
                  <a:pt x="0" y="3444"/>
                  <a:pt x="0" y="3982"/>
                </a:cubicBezTo>
                <a:cubicBezTo>
                  <a:pt x="0" y="4520"/>
                  <a:pt x="105" y="5041"/>
                  <a:pt x="313" y="5532"/>
                </a:cubicBezTo>
                <a:cubicBezTo>
                  <a:pt x="513" y="6006"/>
                  <a:pt x="800" y="6432"/>
                  <a:pt x="1166" y="6798"/>
                </a:cubicBezTo>
                <a:cubicBezTo>
                  <a:pt x="1532" y="7164"/>
                  <a:pt x="1958" y="7451"/>
                  <a:pt x="2432" y="7651"/>
                </a:cubicBezTo>
                <a:cubicBezTo>
                  <a:pt x="2923" y="7859"/>
                  <a:pt x="3444" y="7964"/>
                  <a:pt x="3982" y="7964"/>
                </a:cubicBezTo>
                <a:cubicBezTo>
                  <a:pt x="4520" y="7964"/>
                  <a:pt x="5041" y="7859"/>
                  <a:pt x="5532" y="7651"/>
                </a:cubicBezTo>
                <a:cubicBezTo>
                  <a:pt x="6006" y="7451"/>
                  <a:pt x="6432" y="7164"/>
                  <a:pt x="6798" y="6798"/>
                </a:cubicBezTo>
                <a:cubicBezTo>
                  <a:pt x="7164" y="6432"/>
                  <a:pt x="7451" y="6006"/>
                  <a:pt x="7651" y="5532"/>
                </a:cubicBezTo>
                <a:cubicBezTo>
                  <a:pt x="7859" y="5041"/>
                  <a:pt x="7964" y="4520"/>
                  <a:pt x="7964" y="3982"/>
                </a:cubicBezTo>
                <a:cubicBezTo>
                  <a:pt x="7964" y="3444"/>
                  <a:pt x="7859" y="2923"/>
                  <a:pt x="7651" y="2432"/>
                </a:cubicBezTo>
                <a:close/>
                <a:moveTo>
                  <a:pt x="5292" y="5141"/>
                </a:moveTo>
                <a:lnTo>
                  <a:pt x="5161" y="5289"/>
                </a:lnTo>
                <a:cubicBezTo>
                  <a:pt x="5109" y="5342"/>
                  <a:pt x="5013" y="5337"/>
                  <a:pt x="4960" y="5285"/>
                </a:cubicBezTo>
                <a:lnTo>
                  <a:pt x="4423" y="4739"/>
                </a:lnTo>
                <a:cubicBezTo>
                  <a:pt x="4419" y="4736"/>
                  <a:pt x="4417" y="4730"/>
                  <a:pt x="4414" y="4726"/>
                </a:cubicBezTo>
                <a:cubicBezTo>
                  <a:pt x="4232" y="4848"/>
                  <a:pt x="4014" y="4920"/>
                  <a:pt x="3779" y="4920"/>
                </a:cubicBezTo>
                <a:cubicBezTo>
                  <a:pt x="3148" y="4920"/>
                  <a:pt x="2637" y="4409"/>
                  <a:pt x="2637" y="3779"/>
                </a:cubicBezTo>
                <a:cubicBezTo>
                  <a:pt x="2637" y="3148"/>
                  <a:pt x="3148" y="2638"/>
                  <a:pt x="3779" y="2638"/>
                </a:cubicBezTo>
                <a:cubicBezTo>
                  <a:pt x="4409" y="2638"/>
                  <a:pt x="4920" y="3148"/>
                  <a:pt x="4920" y="3779"/>
                </a:cubicBezTo>
                <a:cubicBezTo>
                  <a:pt x="4920" y="4009"/>
                  <a:pt x="4851" y="4223"/>
                  <a:pt x="4734" y="4402"/>
                </a:cubicBezTo>
                <a:cubicBezTo>
                  <a:pt x="4736" y="4404"/>
                  <a:pt x="4738" y="4404"/>
                  <a:pt x="4740" y="4406"/>
                </a:cubicBezTo>
                <a:lnTo>
                  <a:pt x="5281" y="4947"/>
                </a:lnTo>
                <a:cubicBezTo>
                  <a:pt x="5334" y="5000"/>
                  <a:pt x="5345" y="5089"/>
                  <a:pt x="5292" y="514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498599" y="231130"/>
            <a:ext cx="6290734" cy="55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890905">
              <a:lnSpc>
                <a:spcPct val="114000"/>
              </a:lnSpc>
            </a:pPr>
            <a:r>
              <a:rPr lang="en-US" altLang="zh-CN" sz="2800" b="1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TCF</a:t>
            </a:r>
            <a:r>
              <a:rPr lang="zh-CN" altLang="en-US" sz="2800" b="1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油泵程序的调试</a:t>
            </a:r>
            <a:endParaRPr lang="zh-CN" altLang="en-US" sz="2800" b="1" dirty="0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5" name="MH_SubTitle_1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903506" y="1122297"/>
            <a:ext cx="688228" cy="681103"/>
          </a:xfrm>
          <a:prstGeom prst="roundRect">
            <a:avLst/>
          </a:prstGeom>
          <a:solidFill>
            <a:schemeClr val="accent5"/>
          </a:solidFill>
          <a:ln w="28575" cap="flat">
            <a:noFill/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ctr" anchorCtr="1" compatLnSpc="1"/>
          <a:lstStyle/>
          <a:p>
            <a:r>
              <a:rPr lang="en-US" altLang="zh-CN" sz="4000" dirty="0">
                <a:solidFill>
                  <a:schemeClr val="bg1"/>
                </a:solidFill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1</a:t>
            </a:r>
            <a:endParaRPr lang="en-US" altLang="zh-CN" sz="4000" dirty="0">
              <a:solidFill>
                <a:schemeClr val="bg1"/>
              </a:solidFill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0" y="1278182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5"/>
                </a:solidFill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确认程序正常开管无故障</a:t>
            </a:r>
            <a:endParaRPr lang="zh-CN" altLang="en-US" sz="2000" dirty="0">
              <a:solidFill>
                <a:schemeClr val="accent5"/>
              </a:solidFill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27480" y="2049780"/>
            <a:ext cx="4668520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/>
            <a:r>
              <a:rPr lang="zh-CN" altLang="en-US"/>
              <a:t>调试过程</a:t>
            </a:r>
            <a:r>
              <a:rPr lang="zh-CN" altLang="en-US"/>
              <a:t>遇到正常上高压点，使能油泵，报转速偏差过大故障。</a:t>
            </a:r>
            <a:endParaRPr lang="zh-CN" altLang="en-US"/>
          </a:p>
          <a:p>
            <a:pPr indent="457200"/>
            <a:r>
              <a:rPr lang="zh-CN" altLang="en-US"/>
              <a:t>转速偏差过大原因为油泵有接收到目标转速，但是实际转速为</a:t>
            </a:r>
            <a:r>
              <a:rPr lang="en-US" altLang="zh-CN"/>
              <a:t>0</a:t>
            </a:r>
            <a:r>
              <a:rPr lang="zh-CN" altLang="en-US"/>
              <a:t>，两者之间的差值存在时间过长，即判断为转速偏差过大。</a:t>
            </a:r>
            <a:endParaRPr lang="zh-CN" altLang="en-US"/>
          </a:p>
          <a:p>
            <a:pPr indent="457200"/>
            <a:r>
              <a:rPr lang="zh-CN" altLang="en-US"/>
              <a:t>查看监控变量得知，有目标频率，但是电流指令为</a:t>
            </a:r>
            <a:r>
              <a:rPr lang="en-US" altLang="zh-CN"/>
              <a:t>0</a:t>
            </a:r>
            <a:r>
              <a:rPr lang="zh-CN" altLang="en-US"/>
              <a:t>，查看程序的目标转矩赋值处发现，在转速控制模式下，非后台控制的转矩输出被配置为</a:t>
            </a:r>
            <a:r>
              <a:rPr lang="en-US" altLang="zh-CN"/>
              <a:t>VCU</a:t>
            </a:r>
            <a:r>
              <a:rPr lang="zh-CN" altLang="en-US"/>
              <a:t>下发的目标转矩，</a:t>
            </a:r>
            <a:r>
              <a:rPr lang="en-US" altLang="zh-CN"/>
              <a:t>VCU</a:t>
            </a:r>
            <a:r>
              <a:rPr lang="zh-CN" altLang="en-US"/>
              <a:t>没有下发转矩，所以输出电流为</a:t>
            </a:r>
            <a:r>
              <a:rPr lang="en-US" altLang="zh-CN"/>
              <a:t>0</a:t>
            </a:r>
            <a:r>
              <a:rPr lang="zh-CN" altLang="en-US"/>
              <a:t>，将其赋值为转速控上限电流指令即可</a:t>
            </a:r>
            <a:endParaRPr lang="zh-CN" altLang="en-US"/>
          </a:p>
        </p:txBody>
      </p:sp>
      <p:pic>
        <p:nvPicPr>
          <p:cNvPr id="6" name="图片 5" descr="image-2025100920250704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1465" y="1678305"/>
            <a:ext cx="4743450" cy="36220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font-11790-5634312"/>
          <p:cNvSpPr>
            <a:spLocks noChangeAspect="1"/>
          </p:cNvSpPr>
          <p:nvPr/>
        </p:nvSpPr>
        <p:spPr bwMode="auto">
          <a:xfrm>
            <a:off x="2437896" y="231130"/>
            <a:ext cx="609525" cy="609685"/>
          </a:xfrm>
          <a:custGeom>
            <a:avLst/>
            <a:gdLst>
              <a:gd name="T0" fmla="*/ 3779 w 7964"/>
              <a:gd name="T1" fmla="*/ 2906 h 7964"/>
              <a:gd name="T2" fmla="*/ 2906 w 7964"/>
              <a:gd name="T3" fmla="*/ 3779 h 7964"/>
              <a:gd name="T4" fmla="*/ 3779 w 7964"/>
              <a:gd name="T5" fmla="*/ 4651 h 7964"/>
              <a:gd name="T6" fmla="*/ 4651 w 7964"/>
              <a:gd name="T7" fmla="*/ 3779 h 7964"/>
              <a:gd name="T8" fmla="*/ 3779 w 7964"/>
              <a:gd name="T9" fmla="*/ 2906 h 7964"/>
              <a:gd name="T10" fmla="*/ 4198 w 7964"/>
              <a:gd name="T11" fmla="*/ 3444 h 7964"/>
              <a:gd name="T12" fmla="*/ 3779 w 7964"/>
              <a:gd name="T13" fmla="*/ 3242 h 7964"/>
              <a:gd name="T14" fmla="*/ 3339 w 7964"/>
              <a:gd name="T15" fmla="*/ 3470 h 7964"/>
              <a:gd name="T16" fmla="*/ 3229 w 7964"/>
              <a:gd name="T17" fmla="*/ 3394 h 7964"/>
              <a:gd name="T18" fmla="*/ 3779 w 7964"/>
              <a:gd name="T19" fmla="*/ 3107 h 7964"/>
              <a:gd name="T20" fmla="*/ 4303 w 7964"/>
              <a:gd name="T21" fmla="*/ 3360 h 7964"/>
              <a:gd name="T22" fmla="*/ 4198 w 7964"/>
              <a:gd name="T23" fmla="*/ 3444 h 7964"/>
              <a:gd name="T24" fmla="*/ 7651 w 7964"/>
              <a:gd name="T25" fmla="*/ 2432 h 7964"/>
              <a:gd name="T26" fmla="*/ 6798 w 7964"/>
              <a:gd name="T27" fmla="*/ 1166 h 7964"/>
              <a:gd name="T28" fmla="*/ 5532 w 7964"/>
              <a:gd name="T29" fmla="*/ 313 h 7964"/>
              <a:gd name="T30" fmla="*/ 3982 w 7964"/>
              <a:gd name="T31" fmla="*/ 0 h 7964"/>
              <a:gd name="T32" fmla="*/ 2432 w 7964"/>
              <a:gd name="T33" fmla="*/ 313 h 7964"/>
              <a:gd name="T34" fmla="*/ 1166 w 7964"/>
              <a:gd name="T35" fmla="*/ 1166 h 7964"/>
              <a:gd name="T36" fmla="*/ 313 w 7964"/>
              <a:gd name="T37" fmla="*/ 2432 h 7964"/>
              <a:gd name="T38" fmla="*/ 0 w 7964"/>
              <a:gd name="T39" fmla="*/ 3982 h 7964"/>
              <a:gd name="T40" fmla="*/ 313 w 7964"/>
              <a:gd name="T41" fmla="*/ 5532 h 7964"/>
              <a:gd name="T42" fmla="*/ 1166 w 7964"/>
              <a:gd name="T43" fmla="*/ 6798 h 7964"/>
              <a:gd name="T44" fmla="*/ 2432 w 7964"/>
              <a:gd name="T45" fmla="*/ 7651 h 7964"/>
              <a:gd name="T46" fmla="*/ 3982 w 7964"/>
              <a:gd name="T47" fmla="*/ 7964 h 7964"/>
              <a:gd name="T48" fmla="*/ 5532 w 7964"/>
              <a:gd name="T49" fmla="*/ 7651 h 7964"/>
              <a:gd name="T50" fmla="*/ 6798 w 7964"/>
              <a:gd name="T51" fmla="*/ 6798 h 7964"/>
              <a:gd name="T52" fmla="*/ 7651 w 7964"/>
              <a:gd name="T53" fmla="*/ 5532 h 7964"/>
              <a:gd name="T54" fmla="*/ 7964 w 7964"/>
              <a:gd name="T55" fmla="*/ 3982 h 7964"/>
              <a:gd name="T56" fmla="*/ 7651 w 7964"/>
              <a:gd name="T57" fmla="*/ 2432 h 7964"/>
              <a:gd name="T58" fmla="*/ 5292 w 7964"/>
              <a:gd name="T59" fmla="*/ 5141 h 7964"/>
              <a:gd name="T60" fmla="*/ 5161 w 7964"/>
              <a:gd name="T61" fmla="*/ 5289 h 7964"/>
              <a:gd name="T62" fmla="*/ 4960 w 7964"/>
              <a:gd name="T63" fmla="*/ 5285 h 7964"/>
              <a:gd name="T64" fmla="*/ 4423 w 7964"/>
              <a:gd name="T65" fmla="*/ 4739 h 7964"/>
              <a:gd name="T66" fmla="*/ 4414 w 7964"/>
              <a:gd name="T67" fmla="*/ 4726 h 7964"/>
              <a:gd name="T68" fmla="*/ 3779 w 7964"/>
              <a:gd name="T69" fmla="*/ 4920 h 7964"/>
              <a:gd name="T70" fmla="*/ 2637 w 7964"/>
              <a:gd name="T71" fmla="*/ 3779 h 7964"/>
              <a:gd name="T72" fmla="*/ 3779 w 7964"/>
              <a:gd name="T73" fmla="*/ 2638 h 7964"/>
              <a:gd name="T74" fmla="*/ 4920 w 7964"/>
              <a:gd name="T75" fmla="*/ 3779 h 7964"/>
              <a:gd name="T76" fmla="*/ 4734 w 7964"/>
              <a:gd name="T77" fmla="*/ 4402 h 7964"/>
              <a:gd name="T78" fmla="*/ 4740 w 7964"/>
              <a:gd name="T79" fmla="*/ 4406 h 7964"/>
              <a:gd name="T80" fmla="*/ 5281 w 7964"/>
              <a:gd name="T81" fmla="*/ 4947 h 7964"/>
              <a:gd name="T82" fmla="*/ 5292 w 7964"/>
              <a:gd name="T83" fmla="*/ 5141 h 79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7964" h="7964">
                <a:moveTo>
                  <a:pt x="3779" y="2906"/>
                </a:moveTo>
                <a:cubicBezTo>
                  <a:pt x="3297" y="2906"/>
                  <a:pt x="2906" y="3297"/>
                  <a:pt x="2906" y="3779"/>
                </a:cubicBezTo>
                <a:cubicBezTo>
                  <a:pt x="2906" y="4260"/>
                  <a:pt x="3297" y="4651"/>
                  <a:pt x="3779" y="4651"/>
                </a:cubicBezTo>
                <a:cubicBezTo>
                  <a:pt x="4261" y="4651"/>
                  <a:pt x="4651" y="4260"/>
                  <a:pt x="4651" y="3779"/>
                </a:cubicBezTo>
                <a:cubicBezTo>
                  <a:pt x="4651" y="3297"/>
                  <a:pt x="4261" y="2906"/>
                  <a:pt x="3779" y="2906"/>
                </a:cubicBezTo>
                <a:close/>
                <a:moveTo>
                  <a:pt x="4198" y="3444"/>
                </a:moveTo>
                <a:cubicBezTo>
                  <a:pt x="4100" y="3321"/>
                  <a:pt x="3949" y="3242"/>
                  <a:pt x="3779" y="3242"/>
                </a:cubicBezTo>
                <a:cubicBezTo>
                  <a:pt x="3597" y="3242"/>
                  <a:pt x="3437" y="3332"/>
                  <a:pt x="3339" y="3470"/>
                </a:cubicBezTo>
                <a:lnTo>
                  <a:pt x="3229" y="3394"/>
                </a:lnTo>
                <a:cubicBezTo>
                  <a:pt x="3351" y="3221"/>
                  <a:pt x="3551" y="3107"/>
                  <a:pt x="3779" y="3107"/>
                </a:cubicBezTo>
                <a:cubicBezTo>
                  <a:pt x="3991" y="3107"/>
                  <a:pt x="4180" y="3206"/>
                  <a:pt x="4303" y="3360"/>
                </a:cubicBezTo>
                <a:lnTo>
                  <a:pt x="4198" y="3444"/>
                </a:lnTo>
                <a:close/>
                <a:moveTo>
                  <a:pt x="7651" y="2432"/>
                </a:moveTo>
                <a:cubicBezTo>
                  <a:pt x="7451" y="1958"/>
                  <a:pt x="7164" y="1532"/>
                  <a:pt x="6798" y="1166"/>
                </a:cubicBezTo>
                <a:cubicBezTo>
                  <a:pt x="6432" y="800"/>
                  <a:pt x="6006" y="513"/>
                  <a:pt x="5532" y="313"/>
                </a:cubicBezTo>
                <a:cubicBezTo>
                  <a:pt x="5041" y="105"/>
                  <a:pt x="4520" y="0"/>
                  <a:pt x="3982" y="0"/>
                </a:cubicBezTo>
                <a:cubicBezTo>
                  <a:pt x="3444" y="0"/>
                  <a:pt x="2923" y="105"/>
                  <a:pt x="2432" y="313"/>
                </a:cubicBezTo>
                <a:cubicBezTo>
                  <a:pt x="1958" y="513"/>
                  <a:pt x="1532" y="800"/>
                  <a:pt x="1166" y="1166"/>
                </a:cubicBezTo>
                <a:cubicBezTo>
                  <a:pt x="800" y="1532"/>
                  <a:pt x="513" y="1958"/>
                  <a:pt x="313" y="2432"/>
                </a:cubicBezTo>
                <a:cubicBezTo>
                  <a:pt x="105" y="2923"/>
                  <a:pt x="0" y="3444"/>
                  <a:pt x="0" y="3982"/>
                </a:cubicBezTo>
                <a:cubicBezTo>
                  <a:pt x="0" y="4520"/>
                  <a:pt x="105" y="5041"/>
                  <a:pt x="313" y="5532"/>
                </a:cubicBezTo>
                <a:cubicBezTo>
                  <a:pt x="513" y="6006"/>
                  <a:pt x="800" y="6432"/>
                  <a:pt x="1166" y="6798"/>
                </a:cubicBezTo>
                <a:cubicBezTo>
                  <a:pt x="1532" y="7164"/>
                  <a:pt x="1958" y="7451"/>
                  <a:pt x="2432" y="7651"/>
                </a:cubicBezTo>
                <a:cubicBezTo>
                  <a:pt x="2923" y="7859"/>
                  <a:pt x="3444" y="7964"/>
                  <a:pt x="3982" y="7964"/>
                </a:cubicBezTo>
                <a:cubicBezTo>
                  <a:pt x="4520" y="7964"/>
                  <a:pt x="5041" y="7859"/>
                  <a:pt x="5532" y="7651"/>
                </a:cubicBezTo>
                <a:cubicBezTo>
                  <a:pt x="6006" y="7451"/>
                  <a:pt x="6432" y="7164"/>
                  <a:pt x="6798" y="6798"/>
                </a:cubicBezTo>
                <a:cubicBezTo>
                  <a:pt x="7164" y="6432"/>
                  <a:pt x="7451" y="6006"/>
                  <a:pt x="7651" y="5532"/>
                </a:cubicBezTo>
                <a:cubicBezTo>
                  <a:pt x="7859" y="5041"/>
                  <a:pt x="7964" y="4520"/>
                  <a:pt x="7964" y="3982"/>
                </a:cubicBezTo>
                <a:cubicBezTo>
                  <a:pt x="7964" y="3444"/>
                  <a:pt x="7859" y="2923"/>
                  <a:pt x="7651" y="2432"/>
                </a:cubicBezTo>
                <a:close/>
                <a:moveTo>
                  <a:pt x="5292" y="5141"/>
                </a:moveTo>
                <a:lnTo>
                  <a:pt x="5161" y="5289"/>
                </a:lnTo>
                <a:cubicBezTo>
                  <a:pt x="5109" y="5342"/>
                  <a:pt x="5013" y="5337"/>
                  <a:pt x="4960" y="5285"/>
                </a:cubicBezTo>
                <a:lnTo>
                  <a:pt x="4423" y="4739"/>
                </a:lnTo>
                <a:cubicBezTo>
                  <a:pt x="4419" y="4736"/>
                  <a:pt x="4417" y="4730"/>
                  <a:pt x="4414" y="4726"/>
                </a:cubicBezTo>
                <a:cubicBezTo>
                  <a:pt x="4232" y="4848"/>
                  <a:pt x="4014" y="4920"/>
                  <a:pt x="3779" y="4920"/>
                </a:cubicBezTo>
                <a:cubicBezTo>
                  <a:pt x="3148" y="4920"/>
                  <a:pt x="2637" y="4409"/>
                  <a:pt x="2637" y="3779"/>
                </a:cubicBezTo>
                <a:cubicBezTo>
                  <a:pt x="2637" y="3148"/>
                  <a:pt x="3148" y="2638"/>
                  <a:pt x="3779" y="2638"/>
                </a:cubicBezTo>
                <a:cubicBezTo>
                  <a:pt x="4409" y="2638"/>
                  <a:pt x="4920" y="3148"/>
                  <a:pt x="4920" y="3779"/>
                </a:cubicBezTo>
                <a:cubicBezTo>
                  <a:pt x="4920" y="4009"/>
                  <a:pt x="4851" y="4223"/>
                  <a:pt x="4734" y="4402"/>
                </a:cubicBezTo>
                <a:cubicBezTo>
                  <a:pt x="4736" y="4404"/>
                  <a:pt x="4738" y="4404"/>
                  <a:pt x="4740" y="4406"/>
                </a:cubicBezTo>
                <a:lnTo>
                  <a:pt x="5281" y="4947"/>
                </a:lnTo>
                <a:cubicBezTo>
                  <a:pt x="5334" y="5000"/>
                  <a:pt x="5345" y="5089"/>
                  <a:pt x="5292" y="514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498599" y="231130"/>
            <a:ext cx="6290734" cy="55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890905">
              <a:lnSpc>
                <a:spcPct val="114000"/>
              </a:lnSpc>
            </a:pPr>
            <a:r>
              <a:rPr lang="en-US" altLang="zh-CN" sz="2800" b="1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TCF</a:t>
            </a:r>
            <a:r>
              <a:rPr lang="zh-CN" altLang="en-US" sz="2800" b="1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油泵程序的调试</a:t>
            </a:r>
            <a:endParaRPr lang="zh-CN" altLang="en-US" sz="2800" b="1" dirty="0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3" name="MH_SubTitle_3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904407" y="1134533"/>
            <a:ext cx="687326" cy="668868"/>
          </a:xfrm>
          <a:prstGeom prst="roundRect">
            <a:avLst/>
          </a:prstGeom>
          <a:solidFill>
            <a:schemeClr val="accent2"/>
          </a:solidFill>
          <a:ln w="28575" cap="flat">
            <a:noFill/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ctr" anchorCtr="1" compatLnSpc="1"/>
          <a:lstStyle/>
          <a:p>
            <a:r>
              <a:rPr lang="en-US" altLang="zh-CN" sz="4000" dirty="0">
                <a:solidFill>
                  <a:schemeClr val="bg1"/>
                </a:solidFill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2</a:t>
            </a:r>
            <a:endParaRPr lang="en-US" altLang="zh-CN" sz="4000" dirty="0">
              <a:solidFill>
                <a:schemeClr val="bg1"/>
              </a:solidFill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82133" y="1268912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/>
                </a:solidFill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针对不同的目标转速提供加减速解决方案</a:t>
            </a:r>
            <a:endParaRPr lang="zh-CN" altLang="en-US" sz="2000" dirty="0">
              <a:solidFill>
                <a:schemeClr val="accent2"/>
              </a:solidFill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747687" y="2097066"/>
            <a:ext cx="3657525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测试过程：</a:t>
            </a:r>
            <a:endParaRPr lang="en-US" altLang="zh-CN" sz="1800" dirty="0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  <a:p>
            <a:r>
              <a:rPr lang="en-US" altLang="zh-CN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1.</a:t>
            </a:r>
            <a:r>
              <a:rPr lang="zh-CN" altLang="en-US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首先确定转速换</a:t>
            </a:r>
            <a:r>
              <a:rPr lang="en-US" altLang="zh-CN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PI</a:t>
            </a:r>
            <a:r>
              <a:rPr lang="zh-CN" altLang="en-US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参数，在默认的加减速时间下，对</a:t>
            </a:r>
            <a:r>
              <a:rPr lang="en-US" altLang="zh-CN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KP</a:t>
            </a:r>
            <a:r>
              <a:rPr lang="zh-CN" altLang="en-US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、</a:t>
            </a:r>
            <a:r>
              <a:rPr lang="en-US" altLang="zh-CN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KI</a:t>
            </a:r>
            <a:r>
              <a:rPr lang="zh-CN" altLang="en-US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进行多次对比调节测试，找到最优的一组参数；</a:t>
            </a:r>
            <a:endParaRPr lang="en-US" altLang="zh-CN" dirty="0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  <a:p>
            <a:endParaRPr lang="en-US" altLang="zh-CN" dirty="0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  <a:p>
            <a:r>
              <a:rPr lang="en-US" altLang="zh-CN" sz="1800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2.</a:t>
            </a:r>
            <a:r>
              <a:rPr lang="zh-CN" altLang="en-US" sz="1800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确定</a:t>
            </a:r>
            <a:r>
              <a:rPr lang="en-US" altLang="zh-CN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PI</a:t>
            </a:r>
            <a:r>
              <a:rPr lang="zh-CN" altLang="en-US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环参数后，再调节加减速时间参数，寻找到最小且合规的一组加减速时间；</a:t>
            </a:r>
            <a:endParaRPr lang="en-US" altLang="zh-CN" dirty="0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  <a:p>
            <a:endParaRPr lang="en-US" altLang="zh-CN" dirty="0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  <a:p>
            <a:r>
              <a:rPr lang="en-US" altLang="zh-CN" sz="1800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3.</a:t>
            </a:r>
            <a:r>
              <a:rPr lang="zh-CN" altLang="en-US" sz="1800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以最小的一组加减速时间为参考，根据目标转速切换，给定不同的加减速时间参数。</a:t>
            </a:r>
            <a:endParaRPr lang="zh-CN" altLang="en-US" sz="1800" dirty="0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5545" y="1803400"/>
            <a:ext cx="3665855" cy="42481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font-11790-5634312"/>
          <p:cNvSpPr>
            <a:spLocks noChangeAspect="1"/>
          </p:cNvSpPr>
          <p:nvPr/>
        </p:nvSpPr>
        <p:spPr bwMode="auto">
          <a:xfrm>
            <a:off x="2437896" y="231130"/>
            <a:ext cx="609525" cy="609685"/>
          </a:xfrm>
          <a:custGeom>
            <a:avLst/>
            <a:gdLst>
              <a:gd name="T0" fmla="*/ 3779 w 7964"/>
              <a:gd name="T1" fmla="*/ 2906 h 7964"/>
              <a:gd name="T2" fmla="*/ 2906 w 7964"/>
              <a:gd name="T3" fmla="*/ 3779 h 7964"/>
              <a:gd name="T4" fmla="*/ 3779 w 7964"/>
              <a:gd name="T5" fmla="*/ 4651 h 7964"/>
              <a:gd name="T6" fmla="*/ 4651 w 7964"/>
              <a:gd name="T7" fmla="*/ 3779 h 7964"/>
              <a:gd name="T8" fmla="*/ 3779 w 7964"/>
              <a:gd name="T9" fmla="*/ 2906 h 7964"/>
              <a:gd name="T10" fmla="*/ 4198 w 7964"/>
              <a:gd name="T11" fmla="*/ 3444 h 7964"/>
              <a:gd name="T12" fmla="*/ 3779 w 7964"/>
              <a:gd name="T13" fmla="*/ 3242 h 7964"/>
              <a:gd name="T14" fmla="*/ 3339 w 7964"/>
              <a:gd name="T15" fmla="*/ 3470 h 7964"/>
              <a:gd name="T16" fmla="*/ 3229 w 7964"/>
              <a:gd name="T17" fmla="*/ 3394 h 7964"/>
              <a:gd name="T18" fmla="*/ 3779 w 7964"/>
              <a:gd name="T19" fmla="*/ 3107 h 7964"/>
              <a:gd name="T20" fmla="*/ 4303 w 7964"/>
              <a:gd name="T21" fmla="*/ 3360 h 7964"/>
              <a:gd name="T22" fmla="*/ 4198 w 7964"/>
              <a:gd name="T23" fmla="*/ 3444 h 7964"/>
              <a:gd name="T24" fmla="*/ 7651 w 7964"/>
              <a:gd name="T25" fmla="*/ 2432 h 7964"/>
              <a:gd name="T26" fmla="*/ 6798 w 7964"/>
              <a:gd name="T27" fmla="*/ 1166 h 7964"/>
              <a:gd name="T28" fmla="*/ 5532 w 7964"/>
              <a:gd name="T29" fmla="*/ 313 h 7964"/>
              <a:gd name="T30" fmla="*/ 3982 w 7964"/>
              <a:gd name="T31" fmla="*/ 0 h 7964"/>
              <a:gd name="T32" fmla="*/ 2432 w 7964"/>
              <a:gd name="T33" fmla="*/ 313 h 7964"/>
              <a:gd name="T34" fmla="*/ 1166 w 7964"/>
              <a:gd name="T35" fmla="*/ 1166 h 7964"/>
              <a:gd name="T36" fmla="*/ 313 w 7964"/>
              <a:gd name="T37" fmla="*/ 2432 h 7964"/>
              <a:gd name="T38" fmla="*/ 0 w 7964"/>
              <a:gd name="T39" fmla="*/ 3982 h 7964"/>
              <a:gd name="T40" fmla="*/ 313 w 7964"/>
              <a:gd name="T41" fmla="*/ 5532 h 7964"/>
              <a:gd name="T42" fmla="*/ 1166 w 7964"/>
              <a:gd name="T43" fmla="*/ 6798 h 7964"/>
              <a:gd name="T44" fmla="*/ 2432 w 7964"/>
              <a:gd name="T45" fmla="*/ 7651 h 7964"/>
              <a:gd name="T46" fmla="*/ 3982 w 7964"/>
              <a:gd name="T47" fmla="*/ 7964 h 7964"/>
              <a:gd name="T48" fmla="*/ 5532 w 7964"/>
              <a:gd name="T49" fmla="*/ 7651 h 7964"/>
              <a:gd name="T50" fmla="*/ 6798 w 7964"/>
              <a:gd name="T51" fmla="*/ 6798 h 7964"/>
              <a:gd name="T52" fmla="*/ 7651 w 7964"/>
              <a:gd name="T53" fmla="*/ 5532 h 7964"/>
              <a:gd name="T54" fmla="*/ 7964 w 7964"/>
              <a:gd name="T55" fmla="*/ 3982 h 7964"/>
              <a:gd name="T56" fmla="*/ 7651 w 7964"/>
              <a:gd name="T57" fmla="*/ 2432 h 7964"/>
              <a:gd name="T58" fmla="*/ 5292 w 7964"/>
              <a:gd name="T59" fmla="*/ 5141 h 7964"/>
              <a:gd name="T60" fmla="*/ 5161 w 7964"/>
              <a:gd name="T61" fmla="*/ 5289 h 7964"/>
              <a:gd name="T62" fmla="*/ 4960 w 7964"/>
              <a:gd name="T63" fmla="*/ 5285 h 7964"/>
              <a:gd name="T64" fmla="*/ 4423 w 7964"/>
              <a:gd name="T65" fmla="*/ 4739 h 7964"/>
              <a:gd name="T66" fmla="*/ 4414 w 7964"/>
              <a:gd name="T67" fmla="*/ 4726 h 7964"/>
              <a:gd name="T68" fmla="*/ 3779 w 7964"/>
              <a:gd name="T69" fmla="*/ 4920 h 7964"/>
              <a:gd name="T70" fmla="*/ 2637 w 7964"/>
              <a:gd name="T71" fmla="*/ 3779 h 7964"/>
              <a:gd name="T72" fmla="*/ 3779 w 7964"/>
              <a:gd name="T73" fmla="*/ 2638 h 7964"/>
              <a:gd name="T74" fmla="*/ 4920 w 7964"/>
              <a:gd name="T75" fmla="*/ 3779 h 7964"/>
              <a:gd name="T76" fmla="*/ 4734 w 7964"/>
              <a:gd name="T77" fmla="*/ 4402 h 7964"/>
              <a:gd name="T78" fmla="*/ 4740 w 7964"/>
              <a:gd name="T79" fmla="*/ 4406 h 7964"/>
              <a:gd name="T80" fmla="*/ 5281 w 7964"/>
              <a:gd name="T81" fmla="*/ 4947 h 7964"/>
              <a:gd name="T82" fmla="*/ 5292 w 7964"/>
              <a:gd name="T83" fmla="*/ 5141 h 79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7964" h="7964">
                <a:moveTo>
                  <a:pt x="3779" y="2906"/>
                </a:moveTo>
                <a:cubicBezTo>
                  <a:pt x="3297" y="2906"/>
                  <a:pt x="2906" y="3297"/>
                  <a:pt x="2906" y="3779"/>
                </a:cubicBezTo>
                <a:cubicBezTo>
                  <a:pt x="2906" y="4260"/>
                  <a:pt x="3297" y="4651"/>
                  <a:pt x="3779" y="4651"/>
                </a:cubicBezTo>
                <a:cubicBezTo>
                  <a:pt x="4261" y="4651"/>
                  <a:pt x="4651" y="4260"/>
                  <a:pt x="4651" y="3779"/>
                </a:cubicBezTo>
                <a:cubicBezTo>
                  <a:pt x="4651" y="3297"/>
                  <a:pt x="4261" y="2906"/>
                  <a:pt x="3779" y="2906"/>
                </a:cubicBezTo>
                <a:close/>
                <a:moveTo>
                  <a:pt x="4198" y="3444"/>
                </a:moveTo>
                <a:cubicBezTo>
                  <a:pt x="4100" y="3321"/>
                  <a:pt x="3949" y="3242"/>
                  <a:pt x="3779" y="3242"/>
                </a:cubicBezTo>
                <a:cubicBezTo>
                  <a:pt x="3597" y="3242"/>
                  <a:pt x="3437" y="3332"/>
                  <a:pt x="3339" y="3470"/>
                </a:cubicBezTo>
                <a:lnTo>
                  <a:pt x="3229" y="3394"/>
                </a:lnTo>
                <a:cubicBezTo>
                  <a:pt x="3351" y="3221"/>
                  <a:pt x="3551" y="3107"/>
                  <a:pt x="3779" y="3107"/>
                </a:cubicBezTo>
                <a:cubicBezTo>
                  <a:pt x="3991" y="3107"/>
                  <a:pt x="4180" y="3206"/>
                  <a:pt x="4303" y="3360"/>
                </a:cubicBezTo>
                <a:lnTo>
                  <a:pt x="4198" y="3444"/>
                </a:lnTo>
                <a:close/>
                <a:moveTo>
                  <a:pt x="7651" y="2432"/>
                </a:moveTo>
                <a:cubicBezTo>
                  <a:pt x="7451" y="1958"/>
                  <a:pt x="7164" y="1532"/>
                  <a:pt x="6798" y="1166"/>
                </a:cubicBezTo>
                <a:cubicBezTo>
                  <a:pt x="6432" y="800"/>
                  <a:pt x="6006" y="513"/>
                  <a:pt x="5532" y="313"/>
                </a:cubicBezTo>
                <a:cubicBezTo>
                  <a:pt x="5041" y="105"/>
                  <a:pt x="4520" y="0"/>
                  <a:pt x="3982" y="0"/>
                </a:cubicBezTo>
                <a:cubicBezTo>
                  <a:pt x="3444" y="0"/>
                  <a:pt x="2923" y="105"/>
                  <a:pt x="2432" y="313"/>
                </a:cubicBezTo>
                <a:cubicBezTo>
                  <a:pt x="1958" y="513"/>
                  <a:pt x="1532" y="800"/>
                  <a:pt x="1166" y="1166"/>
                </a:cubicBezTo>
                <a:cubicBezTo>
                  <a:pt x="800" y="1532"/>
                  <a:pt x="513" y="1958"/>
                  <a:pt x="313" y="2432"/>
                </a:cubicBezTo>
                <a:cubicBezTo>
                  <a:pt x="105" y="2923"/>
                  <a:pt x="0" y="3444"/>
                  <a:pt x="0" y="3982"/>
                </a:cubicBezTo>
                <a:cubicBezTo>
                  <a:pt x="0" y="4520"/>
                  <a:pt x="105" y="5041"/>
                  <a:pt x="313" y="5532"/>
                </a:cubicBezTo>
                <a:cubicBezTo>
                  <a:pt x="513" y="6006"/>
                  <a:pt x="800" y="6432"/>
                  <a:pt x="1166" y="6798"/>
                </a:cubicBezTo>
                <a:cubicBezTo>
                  <a:pt x="1532" y="7164"/>
                  <a:pt x="1958" y="7451"/>
                  <a:pt x="2432" y="7651"/>
                </a:cubicBezTo>
                <a:cubicBezTo>
                  <a:pt x="2923" y="7859"/>
                  <a:pt x="3444" y="7964"/>
                  <a:pt x="3982" y="7964"/>
                </a:cubicBezTo>
                <a:cubicBezTo>
                  <a:pt x="4520" y="7964"/>
                  <a:pt x="5041" y="7859"/>
                  <a:pt x="5532" y="7651"/>
                </a:cubicBezTo>
                <a:cubicBezTo>
                  <a:pt x="6006" y="7451"/>
                  <a:pt x="6432" y="7164"/>
                  <a:pt x="6798" y="6798"/>
                </a:cubicBezTo>
                <a:cubicBezTo>
                  <a:pt x="7164" y="6432"/>
                  <a:pt x="7451" y="6006"/>
                  <a:pt x="7651" y="5532"/>
                </a:cubicBezTo>
                <a:cubicBezTo>
                  <a:pt x="7859" y="5041"/>
                  <a:pt x="7964" y="4520"/>
                  <a:pt x="7964" y="3982"/>
                </a:cubicBezTo>
                <a:cubicBezTo>
                  <a:pt x="7964" y="3444"/>
                  <a:pt x="7859" y="2923"/>
                  <a:pt x="7651" y="2432"/>
                </a:cubicBezTo>
                <a:close/>
                <a:moveTo>
                  <a:pt x="5292" y="5141"/>
                </a:moveTo>
                <a:lnTo>
                  <a:pt x="5161" y="5289"/>
                </a:lnTo>
                <a:cubicBezTo>
                  <a:pt x="5109" y="5342"/>
                  <a:pt x="5013" y="5337"/>
                  <a:pt x="4960" y="5285"/>
                </a:cubicBezTo>
                <a:lnTo>
                  <a:pt x="4423" y="4739"/>
                </a:lnTo>
                <a:cubicBezTo>
                  <a:pt x="4419" y="4736"/>
                  <a:pt x="4417" y="4730"/>
                  <a:pt x="4414" y="4726"/>
                </a:cubicBezTo>
                <a:cubicBezTo>
                  <a:pt x="4232" y="4848"/>
                  <a:pt x="4014" y="4920"/>
                  <a:pt x="3779" y="4920"/>
                </a:cubicBezTo>
                <a:cubicBezTo>
                  <a:pt x="3148" y="4920"/>
                  <a:pt x="2637" y="4409"/>
                  <a:pt x="2637" y="3779"/>
                </a:cubicBezTo>
                <a:cubicBezTo>
                  <a:pt x="2637" y="3148"/>
                  <a:pt x="3148" y="2638"/>
                  <a:pt x="3779" y="2638"/>
                </a:cubicBezTo>
                <a:cubicBezTo>
                  <a:pt x="4409" y="2638"/>
                  <a:pt x="4920" y="3148"/>
                  <a:pt x="4920" y="3779"/>
                </a:cubicBezTo>
                <a:cubicBezTo>
                  <a:pt x="4920" y="4009"/>
                  <a:pt x="4851" y="4223"/>
                  <a:pt x="4734" y="4402"/>
                </a:cubicBezTo>
                <a:cubicBezTo>
                  <a:pt x="4736" y="4404"/>
                  <a:pt x="4738" y="4404"/>
                  <a:pt x="4740" y="4406"/>
                </a:cubicBezTo>
                <a:lnTo>
                  <a:pt x="5281" y="4947"/>
                </a:lnTo>
                <a:cubicBezTo>
                  <a:pt x="5334" y="5000"/>
                  <a:pt x="5345" y="5089"/>
                  <a:pt x="5292" y="514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498599" y="231130"/>
            <a:ext cx="6290734" cy="55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890905">
              <a:lnSpc>
                <a:spcPct val="114000"/>
              </a:lnSpc>
            </a:pPr>
            <a:r>
              <a:rPr lang="en-US" altLang="zh-CN" sz="2800" b="1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TCF</a:t>
            </a:r>
            <a:r>
              <a:rPr lang="zh-CN" altLang="en-US" sz="2800" b="1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油泵程序的调试</a:t>
            </a:r>
            <a:endParaRPr lang="zh-CN" altLang="en-US" sz="2800" b="1" dirty="0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3" name="MH_SubTitle_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910084" y="1134533"/>
            <a:ext cx="681650" cy="651934"/>
          </a:xfrm>
          <a:prstGeom prst="roundRect">
            <a:avLst/>
          </a:prstGeom>
          <a:solidFill>
            <a:schemeClr val="bg2"/>
          </a:solidFill>
          <a:ln w="28575" cap="flat">
            <a:noFill/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ctr" anchorCtr="1" compatLnSpc="1"/>
          <a:lstStyle/>
          <a:p>
            <a:r>
              <a:rPr lang="en-US" altLang="zh-CN" sz="4000" dirty="0">
                <a:solidFill>
                  <a:schemeClr val="bg1"/>
                </a:solidFill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3</a:t>
            </a:r>
            <a:endParaRPr lang="en-US" altLang="zh-CN" sz="4000" dirty="0">
              <a:solidFill>
                <a:schemeClr val="bg1"/>
              </a:solidFill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1260445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2"/>
                </a:solidFill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对比新旧转速跟随的效果</a:t>
            </a:r>
            <a:endParaRPr lang="zh-CN" altLang="en-US" sz="2000" dirty="0">
              <a:solidFill>
                <a:schemeClr val="bg2"/>
              </a:solidFill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216" y="2221413"/>
            <a:ext cx="5904784" cy="3471611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221413"/>
            <a:ext cx="5904784" cy="3456295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6"/>
            </p:custDataLst>
          </p:nvPr>
        </p:nvSpPr>
        <p:spPr>
          <a:xfrm>
            <a:off x="2151450" y="1866895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旧程序转速跟随波形</a:t>
            </a:r>
            <a:endParaRPr lang="zh-CN" altLang="en-US" dirty="0"/>
          </a:p>
        </p:txBody>
      </p:sp>
      <p:sp>
        <p:nvSpPr>
          <p:cNvPr id="20" name="文本框 19"/>
          <p:cNvSpPr txBox="1"/>
          <p:nvPr>
            <p:custDataLst>
              <p:tags r:id="rId7"/>
            </p:custDataLst>
          </p:nvPr>
        </p:nvSpPr>
        <p:spPr>
          <a:xfrm>
            <a:off x="8196689" y="1864776"/>
            <a:ext cx="27805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新程序转速跟随波形</a:t>
            </a:r>
            <a:endParaRPr lang="zh-CN" altLang="en-US" dirty="0"/>
          </a:p>
        </p:txBody>
      </p:sp>
      <p:sp>
        <p:nvSpPr>
          <p:cNvPr id="22" name="文本框 21"/>
          <p:cNvSpPr txBox="1"/>
          <p:nvPr/>
        </p:nvSpPr>
        <p:spPr>
          <a:xfrm>
            <a:off x="910083" y="5817066"/>
            <a:ext cx="7345395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从上图对比可以看出，右侧</a:t>
            </a:r>
            <a:r>
              <a:rPr lang="zh-CN" altLang="en-US" dirty="0"/>
              <a:t>转速更加平稳且更加贴目标转速。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8"/>
          <p:cNvSpPr txBox="1"/>
          <p:nvPr/>
        </p:nvSpPr>
        <p:spPr>
          <a:xfrm>
            <a:off x="3152710" y="257734"/>
            <a:ext cx="3597190" cy="46121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 defTabSz="890905">
              <a:lnSpc>
                <a:spcPct val="114000"/>
              </a:lnSpc>
            </a:pPr>
            <a:r>
              <a:rPr lang="en-US" altLang="zh-CN" sz="2800" b="1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TCF-PDU</a:t>
            </a:r>
            <a:r>
              <a:rPr lang="zh-CN" altLang="en-US" sz="2800" b="1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、</a:t>
            </a:r>
            <a:r>
              <a:rPr lang="en-US" altLang="zh-CN" sz="2800" b="1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DC</a:t>
            </a:r>
            <a:r>
              <a:rPr lang="zh-CN" altLang="en-US" sz="2800" b="1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程序调试</a:t>
            </a:r>
            <a:endParaRPr lang="en-US" altLang="zh-CN" sz="2800" b="1" dirty="0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5" name="iconfont-11790-5634312"/>
          <p:cNvSpPr>
            <a:spLocks noChangeAspect="1"/>
          </p:cNvSpPr>
          <p:nvPr/>
        </p:nvSpPr>
        <p:spPr bwMode="auto">
          <a:xfrm>
            <a:off x="2375531" y="187132"/>
            <a:ext cx="609525" cy="609685"/>
          </a:xfrm>
          <a:custGeom>
            <a:avLst/>
            <a:gdLst>
              <a:gd name="T0" fmla="*/ 3779 w 7964"/>
              <a:gd name="T1" fmla="*/ 2906 h 7964"/>
              <a:gd name="T2" fmla="*/ 2906 w 7964"/>
              <a:gd name="T3" fmla="*/ 3779 h 7964"/>
              <a:gd name="T4" fmla="*/ 3779 w 7964"/>
              <a:gd name="T5" fmla="*/ 4651 h 7964"/>
              <a:gd name="T6" fmla="*/ 4651 w 7964"/>
              <a:gd name="T7" fmla="*/ 3779 h 7964"/>
              <a:gd name="T8" fmla="*/ 3779 w 7964"/>
              <a:gd name="T9" fmla="*/ 2906 h 7964"/>
              <a:gd name="T10" fmla="*/ 4198 w 7964"/>
              <a:gd name="T11" fmla="*/ 3444 h 7964"/>
              <a:gd name="T12" fmla="*/ 3779 w 7964"/>
              <a:gd name="T13" fmla="*/ 3242 h 7964"/>
              <a:gd name="T14" fmla="*/ 3339 w 7964"/>
              <a:gd name="T15" fmla="*/ 3470 h 7964"/>
              <a:gd name="T16" fmla="*/ 3229 w 7964"/>
              <a:gd name="T17" fmla="*/ 3394 h 7964"/>
              <a:gd name="T18" fmla="*/ 3779 w 7964"/>
              <a:gd name="T19" fmla="*/ 3107 h 7964"/>
              <a:gd name="T20" fmla="*/ 4303 w 7964"/>
              <a:gd name="T21" fmla="*/ 3360 h 7964"/>
              <a:gd name="T22" fmla="*/ 4198 w 7964"/>
              <a:gd name="T23" fmla="*/ 3444 h 7964"/>
              <a:gd name="T24" fmla="*/ 7651 w 7964"/>
              <a:gd name="T25" fmla="*/ 2432 h 7964"/>
              <a:gd name="T26" fmla="*/ 6798 w 7964"/>
              <a:gd name="T27" fmla="*/ 1166 h 7964"/>
              <a:gd name="T28" fmla="*/ 5532 w 7964"/>
              <a:gd name="T29" fmla="*/ 313 h 7964"/>
              <a:gd name="T30" fmla="*/ 3982 w 7964"/>
              <a:gd name="T31" fmla="*/ 0 h 7964"/>
              <a:gd name="T32" fmla="*/ 2432 w 7964"/>
              <a:gd name="T33" fmla="*/ 313 h 7964"/>
              <a:gd name="T34" fmla="*/ 1166 w 7964"/>
              <a:gd name="T35" fmla="*/ 1166 h 7964"/>
              <a:gd name="T36" fmla="*/ 313 w 7964"/>
              <a:gd name="T37" fmla="*/ 2432 h 7964"/>
              <a:gd name="T38" fmla="*/ 0 w 7964"/>
              <a:gd name="T39" fmla="*/ 3982 h 7964"/>
              <a:gd name="T40" fmla="*/ 313 w 7964"/>
              <a:gd name="T41" fmla="*/ 5532 h 7964"/>
              <a:gd name="T42" fmla="*/ 1166 w 7964"/>
              <a:gd name="T43" fmla="*/ 6798 h 7964"/>
              <a:gd name="T44" fmla="*/ 2432 w 7964"/>
              <a:gd name="T45" fmla="*/ 7651 h 7964"/>
              <a:gd name="T46" fmla="*/ 3982 w 7964"/>
              <a:gd name="T47" fmla="*/ 7964 h 7964"/>
              <a:gd name="T48" fmla="*/ 5532 w 7964"/>
              <a:gd name="T49" fmla="*/ 7651 h 7964"/>
              <a:gd name="T50" fmla="*/ 6798 w 7964"/>
              <a:gd name="T51" fmla="*/ 6798 h 7964"/>
              <a:gd name="T52" fmla="*/ 7651 w 7964"/>
              <a:gd name="T53" fmla="*/ 5532 h 7964"/>
              <a:gd name="T54" fmla="*/ 7964 w 7964"/>
              <a:gd name="T55" fmla="*/ 3982 h 7964"/>
              <a:gd name="T56" fmla="*/ 7651 w 7964"/>
              <a:gd name="T57" fmla="*/ 2432 h 7964"/>
              <a:gd name="T58" fmla="*/ 5292 w 7964"/>
              <a:gd name="T59" fmla="*/ 5141 h 7964"/>
              <a:gd name="T60" fmla="*/ 5161 w 7964"/>
              <a:gd name="T61" fmla="*/ 5289 h 7964"/>
              <a:gd name="T62" fmla="*/ 4960 w 7964"/>
              <a:gd name="T63" fmla="*/ 5285 h 7964"/>
              <a:gd name="T64" fmla="*/ 4423 w 7964"/>
              <a:gd name="T65" fmla="*/ 4739 h 7964"/>
              <a:gd name="T66" fmla="*/ 4414 w 7964"/>
              <a:gd name="T67" fmla="*/ 4726 h 7964"/>
              <a:gd name="T68" fmla="*/ 3779 w 7964"/>
              <a:gd name="T69" fmla="*/ 4920 h 7964"/>
              <a:gd name="T70" fmla="*/ 2637 w 7964"/>
              <a:gd name="T71" fmla="*/ 3779 h 7964"/>
              <a:gd name="T72" fmla="*/ 3779 w 7964"/>
              <a:gd name="T73" fmla="*/ 2638 h 7964"/>
              <a:gd name="T74" fmla="*/ 4920 w 7964"/>
              <a:gd name="T75" fmla="*/ 3779 h 7964"/>
              <a:gd name="T76" fmla="*/ 4734 w 7964"/>
              <a:gd name="T77" fmla="*/ 4402 h 7964"/>
              <a:gd name="T78" fmla="*/ 4740 w 7964"/>
              <a:gd name="T79" fmla="*/ 4406 h 7964"/>
              <a:gd name="T80" fmla="*/ 5281 w 7964"/>
              <a:gd name="T81" fmla="*/ 4947 h 7964"/>
              <a:gd name="T82" fmla="*/ 5292 w 7964"/>
              <a:gd name="T83" fmla="*/ 5141 h 79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7964" h="7964">
                <a:moveTo>
                  <a:pt x="3779" y="2906"/>
                </a:moveTo>
                <a:cubicBezTo>
                  <a:pt x="3297" y="2906"/>
                  <a:pt x="2906" y="3297"/>
                  <a:pt x="2906" y="3779"/>
                </a:cubicBezTo>
                <a:cubicBezTo>
                  <a:pt x="2906" y="4260"/>
                  <a:pt x="3297" y="4651"/>
                  <a:pt x="3779" y="4651"/>
                </a:cubicBezTo>
                <a:cubicBezTo>
                  <a:pt x="4261" y="4651"/>
                  <a:pt x="4651" y="4260"/>
                  <a:pt x="4651" y="3779"/>
                </a:cubicBezTo>
                <a:cubicBezTo>
                  <a:pt x="4651" y="3297"/>
                  <a:pt x="4261" y="2906"/>
                  <a:pt x="3779" y="2906"/>
                </a:cubicBezTo>
                <a:close/>
                <a:moveTo>
                  <a:pt x="4198" y="3444"/>
                </a:moveTo>
                <a:cubicBezTo>
                  <a:pt x="4100" y="3321"/>
                  <a:pt x="3949" y="3242"/>
                  <a:pt x="3779" y="3242"/>
                </a:cubicBezTo>
                <a:cubicBezTo>
                  <a:pt x="3597" y="3242"/>
                  <a:pt x="3437" y="3332"/>
                  <a:pt x="3339" y="3470"/>
                </a:cubicBezTo>
                <a:lnTo>
                  <a:pt x="3229" y="3394"/>
                </a:lnTo>
                <a:cubicBezTo>
                  <a:pt x="3351" y="3221"/>
                  <a:pt x="3551" y="3107"/>
                  <a:pt x="3779" y="3107"/>
                </a:cubicBezTo>
                <a:cubicBezTo>
                  <a:pt x="3991" y="3107"/>
                  <a:pt x="4180" y="3206"/>
                  <a:pt x="4303" y="3360"/>
                </a:cubicBezTo>
                <a:lnTo>
                  <a:pt x="4198" y="3444"/>
                </a:lnTo>
                <a:close/>
                <a:moveTo>
                  <a:pt x="7651" y="2432"/>
                </a:moveTo>
                <a:cubicBezTo>
                  <a:pt x="7451" y="1958"/>
                  <a:pt x="7164" y="1532"/>
                  <a:pt x="6798" y="1166"/>
                </a:cubicBezTo>
                <a:cubicBezTo>
                  <a:pt x="6432" y="800"/>
                  <a:pt x="6006" y="513"/>
                  <a:pt x="5532" y="313"/>
                </a:cubicBezTo>
                <a:cubicBezTo>
                  <a:pt x="5041" y="105"/>
                  <a:pt x="4520" y="0"/>
                  <a:pt x="3982" y="0"/>
                </a:cubicBezTo>
                <a:cubicBezTo>
                  <a:pt x="3444" y="0"/>
                  <a:pt x="2923" y="105"/>
                  <a:pt x="2432" y="313"/>
                </a:cubicBezTo>
                <a:cubicBezTo>
                  <a:pt x="1958" y="513"/>
                  <a:pt x="1532" y="800"/>
                  <a:pt x="1166" y="1166"/>
                </a:cubicBezTo>
                <a:cubicBezTo>
                  <a:pt x="800" y="1532"/>
                  <a:pt x="513" y="1958"/>
                  <a:pt x="313" y="2432"/>
                </a:cubicBezTo>
                <a:cubicBezTo>
                  <a:pt x="105" y="2923"/>
                  <a:pt x="0" y="3444"/>
                  <a:pt x="0" y="3982"/>
                </a:cubicBezTo>
                <a:cubicBezTo>
                  <a:pt x="0" y="4520"/>
                  <a:pt x="105" y="5041"/>
                  <a:pt x="313" y="5532"/>
                </a:cubicBezTo>
                <a:cubicBezTo>
                  <a:pt x="513" y="6006"/>
                  <a:pt x="800" y="6432"/>
                  <a:pt x="1166" y="6798"/>
                </a:cubicBezTo>
                <a:cubicBezTo>
                  <a:pt x="1532" y="7164"/>
                  <a:pt x="1958" y="7451"/>
                  <a:pt x="2432" y="7651"/>
                </a:cubicBezTo>
                <a:cubicBezTo>
                  <a:pt x="2923" y="7859"/>
                  <a:pt x="3444" y="7964"/>
                  <a:pt x="3982" y="7964"/>
                </a:cubicBezTo>
                <a:cubicBezTo>
                  <a:pt x="4520" y="7964"/>
                  <a:pt x="5041" y="7859"/>
                  <a:pt x="5532" y="7651"/>
                </a:cubicBezTo>
                <a:cubicBezTo>
                  <a:pt x="6006" y="7451"/>
                  <a:pt x="6432" y="7164"/>
                  <a:pt x="6798" y="6798"/>
                </a:cubicBezTo>
                <a:cubicBezTo>
                  <a:pt x="7164" y="6432"/>
                  <a:pt x="7451" y="6006"/>
                  <a:pt x="7651" y="5532"/>
                </a:cubicBezTo>
                <a:cubicBezTo>
                  <a:pt x="7859" y="5041"/>
                  <a:pt x="7964" y="4520"/>
                  <a:pt x="7964" y="3982"/>
                </a:cubicBezTo>
                <a:cubicBezTo>
                  <a:pt x="7964" y="3444"/>
                  <a:pt x="7859" y="2923"/>
                  <a:pt x="7651" y="2432"/>
                </a:cubicBezTo>
                <a:close/>
                <a:moveTo>
                  <a:pt x="5292" y="5141"/>
                </a:moveTo>
                <a:lnTo>
                  <a:pt x="5161" y="5289"/>
                </a:lnTo>
                <a:cubicBezTo>
                  <a:pt x="5109" y="5342"/>
                  <a:pt x="5013" y="5337"/>
                  <a:pt x="4960" y="5285"/>
                </a:cubicBezTo>
                <a:lnTo>
                  <a:pt x="4423" y="4739"/>
                </a:lnTo>
                <a:cubicBezTo>
                  <a:pt x="4419" y="4736"/>
                  <a:pt x="4417" y="4730"/>
                  <a:pt x="4414" y="4726"/>
                </a:cubicBezTo>
                <a:cubicBezTo>
                  <a:pt x="4232" y="4848"/>
                  <a:pt x="4014" y="4920"/>
                  <a:pt x="3779" y="4920"/>
                </a:cubicBezTo>
                <a:cubicBezTo>
                  <a:pt x="3148" y="4920"/>
                  <a:pt x="2637" y="4409"/>
                  <a:pt x="2637" y="3779"/>
                </a:cubicBezTo>
                <a:cubicBezTo>
                  <a:pt x="2637" y="3148"/>
                  <a:pt x="3148" y="2638"/>
                  <a:pt x="3779" y="2638"/>
                </a:cubicBezTo>
                <a:cubicBezTo>
                  <a:pt x="4409" y="2638"/>
                  <a:pt x="4920" y="3148"/>
                  <a:pt x="4920" y="3779"/>
                </a:cubicBezTo>
                <a:cubicBezTo>
                  <a:pt x="4920" y="4009"/>
                  <a:pt x="4851" y="4223"/>
                  <a:pt x="4734" y="4402"/>
                </a:cubicBezTo>
                <a:cubicBezTo>
                  <a:pt x="4736" y="4404"/>
                  <a:pt x="4738" y="4404"/>
                  <a:pt x="4740" y="4406"/>
                </a:cubicBezTo>
                <a:lnTo>
                  <a:pt x="5281" y="4947"/>
                </a:lnTo>
                <a:cubicBezTo>
                  <a:pt x="5334" y="5000"/>
                  <a:pt x="5345" y="5089"/>
                  <a:pt x="5292" y="514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18210" y="1266190"/>
            <a:ext cx="798957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调试过程中遇到：</a:t>
            </a:r>
            <a:endParaRPr lang="zh-CN" altLang="en-US" dirty="0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  <a:p>
            <a:pPr indent="457200"/>
            <a:r>
              <a:rPr lang="zh-CN" altLang="en-US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车辆上高压，</a:t>
            </a:r>
            <a:r>
              <a:rPr lang="en-US" altLang="zh-CN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DCDC</a:t>
            </a:r>
            <a:r>
              <a:rPr lang="zh-CN" altLang="en-US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正常工作，整车没有进入</a:t>
            </a:r>
            <a:r>
              <a:rPr lang="en-US" altLang="zh-CN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Ready</a:t>
            </a:r>
            <a:r>
              <a:rPr lang="zh-CN" altLang="en-US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。</a:t>
            </a:r>
            <a:endParaRPr lang="zh-CN" altLang="en-US" dirty="0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  <a:p>
            <a:pPr indent="457200"/>
            <a:r>
              <a:rPr lang="zh-CN" altLang="en-US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同检查报文发现，</a:t>
            </a:r>
            <a:r>
              <a:rPr lang="en-US" altLang="zh-CN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PDU</a:t>
            </a:r>
            <a:r>
              <a:rPr lang="zh-CN" altLang="en-US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在吸合主接的预充过程处理中，主接吸合后没有断开预充</a:t>
            </a:r>
            <a:r>
              <a:rPr lang="zh-CN" altLang="en-US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接触器。</a:t>
            </a:r>
            <a:endParaRPr lang="zh-CN" altLang="en-US" dirty="0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566" y="140834"/>
            <a:ext cx="2158091" cy="78717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440" y="2614930"/>
            <a:ext cx="8863330" cy="118046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7285" y="4968240"/>
            <a:ext cx="8706485" cy="98298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980440" y="4187190"/>
            <a:ext cx="61258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修改代码中对于预充接触器的</a:t>
            </a:r>
            <a:r>
              <a:rPr lang="en-US" altLang="zh-CN"/>
              <a:t>DO</a:t>
            </a:r>
            <a:r>
              <a:rPr lang="zh-CN" altLang="en-US"/>
              <a:t>处理函数后，整车正常上高压，进入</a:t>
            </a:r>
            <a:r>
              <a:rPr lang="en-US" altLang="zh-CN"/>
              <a:t>Ready</a:t>
            </a:r>
            <a:r>
              <a:rPr lang="zh-CN" altLang="en-US"/>
              <a:t>。</a:t>
            </a:r>
            <a:endParaRPr lang="zh-CN" altLang="en-US"/>
          </a:p>
        </p:txBody>
      </p:sp>
    </p:spTree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8"/>
          <p:cNvSpPr txBox="1"/>
          <p:nvPr/>
        </p:nvSpPr>
        <p:spPr>
          <a:xfrm>
            <a:off x="3041930" y="261365"/>
            <a:ext cx="3620624" cy="46121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 defTabSz="890905">
              <a:lnSpc>
                <a:spcPct val="114000"/>
              </a:lnSpc>
            </a:pPr>
            <a:r>
              <a:rPr lang="en-US" altLang="zh-CN" sz="2800" b="1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TCF-PDU</a:t>
            </a:r>
            <a:r>
              <a:rPr lang="zh-CN" altLang="en-US" sz="2800" b="1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、</a:t>
            </a:r>
            <a:r>
              <a:rPr lang="en-US" altLang="zh-CN" sz="2800" b="1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DC</a:t>
            </a:r>
            <a:r>
              <a:rPr lang="zh-CN" altLang="en-US" sz="2800" b="1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程序调试</a:t>
            </a:r>
            <a:endParaRPr lang="en-US" altLang="zh-CN" sz="2800" b="1" dirty="0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5" name="iconfont-11790-5634312"/>
          <p:cNvSpPr>
            <a:spLocks noChangeAspect="1"/>
          </p:cNvSpPr>
          <p:nvPr/>
        </p:nvSpPr>
        <p:spPr bwMode="auto">
          <a:xfrm>
            <a:off x="2375531" y="187132"/>
            <a:ext cx="609525" cy="609685"/>
          </a:xfrm>
          <a:custGeom>
            <a:avLst/>
            <a:gdLst>
              <a:gd name="T0" fmla="*/ 3779 w 7964"/>
              <a:gd name="T1" fmla="*/ 2906 h 7964"/>
              <a:gd name="T2" fmla="*/ 2906 w 7964"/>
              <a:gd name="T3" fmla="*/ 3779 h 7964"/>
              <a:gd name="T4" fmla="*/ 3779 w 7964"/>
              <a:gd name="T5" fmla="*/ 4651 h 7964"/>
              <a:gd name="T6" fmla="*/ 4651 w 7964"/>
              <a:gd name="T7" fmla="*/ 3779 h 7964"/>
              <a:gd name="T8" fmla="*/ 3779 w 7964"/>
              <a:gd name="T9" fmla="*/ 2906 h 7964"/>
              <a:gd name="T10" fmla="*/ 4198 w 7964"/>
              <a:gd name="T11" fmla="*/ 3444 h 7964"/>
              <a:gd name="T12" fmla="*/ 3779 w 7964"/>
              <a:gd name="T13" fmla="*/ 3242 h 7964"/>
              <a:gd name="T14" fmla="*/ 3339 w 7964"/>
              <a:gd name="T15" fmla="*/ 3470 h 7964"/>
              <a:gd name="T16" fmla="*/ 3229 w 7964"/>
              <a:gd name="T17" fmla="*/ 3394 h 7964"/>
              <a:gd name="T18" fmla="*/ 3779 w 7964"/>
              <a:gd name="T19" fmla="*/ 3107 h 7964"/>
              <a:gd name="T20" fmla="*/ 4303 w 7964"/>
              <a:gd name="T21" fmla="*/ 3360 h 7964"/>
              <a:gd name="T22" fmla="*/ 4198 w 7964"/>
              <a:gd name="T23" fmla="*/ 3444 h 7964"/>
              <a:gd name="T24" fmla="*/ 7651 w 7964"/>
              <a:gd name="T25" fmla="*/ 2432 h 7964"/>
              <a:gd name="T26" fmla="*/ 6798 w 7964"/>
              <a:gd name="T27" fmla="*/ 1166 h 7964"/>
              <a:gd name="T28" fmla="*/ 5532 w 7964"/>
              <a:gd name="T29" fmla="*/ 313 h 7964"/>
              <a:gd name="T30" fmla="*/ 3982 w 7964"/>
              <a:gd name="T31" fmla="*/ 0 h 7964"/>
              <a:gd name="T32" fmla="*/ 2432 w 7964"/>
              <a:gd name="T33" fmla="*/ 313 h 7964"/>
              <a:gd name="T34" fmla="*/ 1166 w 7964"/>
              <a:gd name="T35" fmla="*/ 1166 h 7964"/>
              <a:gd name="T36" fmla="*/ 313 w 7964"/>
              <a:gd name="T37" fmla="*/ 2432 h 7964"/>
              <a:gd name="T38" fmla="*/ 0 w 7964"/>
              <a:gd name="T39" fmla="*/ 3982 h 7964"/>
              <a:gd name="T40" fmla="*/ 313 w 7964"/>
              <a:gd name="T41" fmla="*/ 5532 h 7964"/>
              <a:gd name="T42" fmla="*/ 1166 w 7964"/>
              <a:gd name="T43" fmla="*/ 6798 h 7964"/>
              <a:gd name="T44" fmla="*/ 2432 w 7964"/>
              <a:gd name="T45" fmla="*/ 7651 h 7964"/>
              <a:gd name="T46" fmla="*/ 3982 w 7964"/>
              <a:gd name="T47" fmla="*/ 7964 h 7964"/>
              <a:gd name="T48" fmla="*/ 5532 w 7964"/>
              <a:gd name="T49" fmla="*/ 7651 h 7964"/>
              <a:gd name="T50" fmla="*/ 6798 w 7964"/>
              <a:gd name="T51" fmla="*/ 6798 h 7964"/>
              <a:gd name="T52" fmla="*/ 7651 w 7964"/>
              <a:gd name="T53" fmla="*/ 5532 h 7964"/>
              <a:gd name="T54" fmla="*/ 7964 w 7964"/>
              <a:gd name="T55" fmla="*/ 3982 h 7964"/>
              <a:gd name="T56" fmla="*/ 7651 w 7964"/>
              <a:gd name="T57" fmla="*/ 2432 h 7964"/>
              <a:gd name="T58" fmla="*/ 5292 w 7964"/>
              <a:gd name="T59" fmla="*/ 5141 h 7964"/>
              <a:gd name="T60" fmla="*/ 5161 w 7964"/>
              <a:gd name="T61" fmla="*/ 5289 h 7964"/>
              <a:gd name="T62" fmla="*/ 4960 w 7964"/>
              <a:gd name="T63" fmla="*/ 5285 h 7964"/>
              <a:gd name="T64" fmla="*/ 4423 w 7964"/>
              <a:gd name="T65" fmla="*/ 4739 h 7964"/>
              <a:gd name="T66" fmla="*/ 4414 w 7964"/>
              <a:gd name="T67" fmla="*/ 4726 h 7964"/>
              <a:gd name="T68" fmla="*/ 3779 w 7964"/>
              <a:gd name="T69" fmla="*/ 4920 h 7964"/>
              <a:gd name="T70" fmla="*/ 2637 w 7964"/>
              <a:gd name="T71" fmla="*/ 3779 h 7964"/>
              <a:gd name="T72" fmla="*/ 3779 w 7964"/>
              <a:gd name="T73" fmla="*/ 2638 h 7964"/>
              <a:gd name="T74" fmla="*/ 4920 w 7964"/>
              <a:gd name="T75" fmla="*/ 3779 h 7964"/>
              <a:gd name="T76" fmla="*/ 4734 w 7964"/>
              <a:gd name="T77" fmla="*/ 4402 h 7964"/>
              <a:gd name="T78" fmla="*/ 4740 w 7964"/>
              <a:gd name="T79" fmla="*/ 4406 h 7964"/>
              <a:gd name="T80" fmla="*/ 5281 w 7964"/>
              <a:gd name="T81" fmla="*/ 4947 h 7964"/>
              <a:gd name="T82" fmla="*/ 5292 w 7964"/>
              <a:gd name="T83" fmla="*/ 5141 h 79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7964" h="7964">
                <a:moveTo>
                  <a:pt x="3779" y="2906"/>
                </a:moveTo>
                <a:cubicBezTo>
                  <a:pt x="3297" y="2906"/>
                  <a:pt x="2906" y="3297"/>
                  <a:pt x="2906" y="3779"/>
                </a:cubicBezTo>
                <a:cubicBezTo>
                  <a:pt x="2906" y="4260"/>
                  <a:pt x="3297" y="4651"/>
                  <a:pt x="3779" y="4651"/>
                </a:cubicBezTo>
                <a:cubicBezTo>
                  <a:pt x="4261" y="4651"/>
                  <a:pt x="4651" y="4260"/>
                  <a:pt x="4651" y="3779"/>
                </a:cubicBezTo>
                <a:cubicBezTo>
                  <a:pt x="4651" y="3297"/>
                  <a:pt x="4261" y="2906"/>
                  <a:pt x="3779" y="2906"/>
                </a:cubicBezTo>
                <a:close/>
                <a:moveTo>
                  <a:pt x="4198" y="3444"/>
                </a:moveTo>
                <a:cubicBezTo>
                  <a:pt x="4100" y="3321"/>
                  <a:pt x="3949" y="3242"/>
                  <a:pt x="3779" y="3242"/>
                </a:cubicBezTo>
                <a:cubicBezTo>
                  <a:pt x="3597" y="3242"/>
                  <a:pt x="3437" y="3332"/>
                  <a:pt x="3339" y="3470"/>
                </a:cubicBezTo>
                <a:lnTo>
                  <a:pt x="3229" y="3394"/>
                </a:lnTo>
                <a:cubicBezTo>
                  <a:pt x="3351" y="3221"/>
                  <a:pt x="3551" y="3107"/>
                  <a:pt x="3779" y="3107"/>
                </a:cubicBezTo>
                <a:cubicBezTo>
                  <a:pt x="3991" y="3107"/>
                  <a:pt x="4180" y="3206"/>
                  <a:pt x="4303" y="3360"/>
                </a:cubicBezTo>
                <a:lnTo>
                  <a:pt x="4198" y="3444"/>
                </a:lnTo>
                <a:close/>
                <a:moveTo>
                  <a:pt x="7651" y="2432"/>
                </a:moveTo>
                <a:cubicBezTo>
                  <a:pt x="7451" y="1958"/>
                  <a:pt x="7164" y="1532"/>
                  <a:pt x="6798" y="1166"/>
                </a:cubicBezTo>
                <a:cubicBezTo>
                  <a:pt x="6432" y="800"/>
                  <a:pt x="6006" y="513"/>
                  <a:pt x="5532" y="313"/>
                </a:cubicBezTo>
                <a:cubicBezTo>
                  <a:pt x="5041" y="105"/>
                  <a:pt x="4520" y="0"/>
                  <a:pt x="3982" y="0"/>
                </a:cubicBezTo>
                <a:cubicBezTo>
                  <a:pt x="3444" y="0"/>
                  <a:pt x="2923" y="105"/>
                  <a:pt x="2432" y="313"/>
                </a:cubicBezTo>
                <a:cubicBezTo>
                  <a:pt x="1958" y="513"/>
                  <a:pt x="1532" y="800"/>
                  <a:pt x="1166" y="1166"/>
                </a:cubicBezTo>
                <a:cubicBezTo>
                  <a:pt x="800" y="1532"/>
                  <a:pt x="513" y="1958"/>
                  <a:pt x="313" y="2432"/>
                </a:cubicBezTo>
                <a:cubicBezTo>
                  <a:pt x="105" y="2923"/>
                  <a:pt x="0" y="3444"/>
                  <a:pt x="0" y="3982"/>
                </a:cubicBezTo>
                <a:cubicBezTo>
                  <a:pt x="0" y="4520"/>
                  <a:pt x="105" y="5041"/>
                  <a:pt x="313" y="5532"/>
                </a:cubicBezTo>
                <a:cubicBezTo>
                  <a:pt x="513" y="6006"/>
                  <a:pt x="800" y="6432"/>
                  <a:pt x="1166" y="6798"/>
                </a:cubicBezTo>
                <a:cubicBezTo>
                  <a:pt x="1532" y="7164"/>
                  <a:pt x="1958" y="7451"/>
                  <a:pt x="2432" y="7651"/>
                </a:cubicBezTo>
                <a:cubicBezTo>
                  <a:pt x="2923" y="7859"/>
                  <a:pt x="3444" y="7964"/>
                  <a:pt x="3982" y="7964"/>
                </a:cubicBezTo>
                <a:cubicBezTo>
                  <a:pt x="4520" y="7964"/>
                  <a:pt x="5041" y="7859"/>
                  <a:pt x="5532" y="7651"/>
                </a:cubicBezTo>
                <a:cubicBezTo>
                  <a:pt x="6006" y="7451"/>
                  <a:pt x="6432" y="7164"/>
                  <a:pt x="6798" y="6798"/>
                </a:cubicBezTo>
                <a:cubicBezTo>
                  <a:pt x="7164" y="6432"/>
                  <a:pt x="7451" y="6006"/>
                  <a:pt x="7651" y="5532"/>
                </a:cubicBezTo>
                <a:cubicBezTo>
                  <a:pt x="7859" y="5041"/>
                  <a:pt x="7964" y="4520"/>
                  <a:pt x="7964" y="3982"/>
                </a:cubicBezTo>
                <a:cubicBezTo>
                  <a:pt x="7964" y="3444"/>
                  <a:pt x="7859" y="2923"/>
                  <a:pt x="7651" y="2432"/>
                </a:cubicBezTo>
                <a:close/>
                <a:moveTo>
                  <a:pt x="5292" y="5141"/>
                </a:moveTo>
                <a:lnTo>
                  <a:pt x="5161" y="5289"/>
                </a:lnTo>
                <a:cubicBezTo>
                  <a:pt x="5109" y="5342"/>
                  <a:pt x="5013" y="5337"/>
                  <a:pt x="4960" y="5285"/>
                </a:cubicBezTo>
                <a:lnTo>
                  <a:pt x="4423" y="4739"/>
                </a:lnTo>
                <a:cubicBezTo>
                  <a:pt x="4419" y="4736"/>
                  <a:pt x="4417" y="4730"/>
                  <a:pt x="4414" y="4726"/>
                </a:cubicBezTo>
                <a:cubicBezTo>
                  <a:pt x="4232" y="4848"/>
                  <a:pt x="4014" y="4920"/>
                  <a:pt x="3779" y="4920"/>
                </a:cubicBezTo>
                <a:cubicBezTo>
                  <a:pt x="3148" y="4920"/>
                  <a:pt x="2637" y="4409"/>
                  <a:pt x="2637" y="3779"/>
                </a:cubicBezTo>
                <a:cubicBezTo>
                  <a:pt x="2637" y="3148"/>
                  <a:pt x="3148" y="2638"/>
                  <a:pt x="3779" y="2638"/>
                </a:cubicBezTo>
                <a:cubicBezTo>
                  <a:pt x="4409" y="2638"/>
                  <a:pt x="4920" y="3148"/>
                  <a:pt x="4920" y="3779"/>
                </a:cubicBezTo>
                <a:cubicBezTo>
                  <a:pt x="4920" y="4009"/>
                  <a:pt x="4851" y="4223"/>
                  <a:pt x="4734" y="4402"/>
                </a:cubicBezTo>
                <a:cubicBezTo>
                  <a:pt x="4736" y="4404"/>
                  <a:pt x="4738" y="4404"/>
                  <a:pt x="4740" y="4406"/>
                </a:cubicBezTo>
                <a:lnTo>
                  <a:pt x="5281" y="4947"/>
                </a:lnTo>
                <a:cubicBezTo>
                  <a:pt x="5334" y="5000"/>
                  <a:pt x="5345" y="5089"/>
                  <a:pt x="5292" y="514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16748" y="1023512"/>
            <a:ext cx="4860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TCF</a:t>
            </a:r>
            <a:r>
              <a:rPr lang="zh-CN" altLang="en-US" dirty="0"/>
              <a:t>叉车整车上高压</a:t>
            </a:r>
            <a:r>
              <a:rPr lang="en-US" altLang="zh-CN" dirty="0"/>
              <a:t>CAN</a:t>
            </a:r>
            <a:r>
              <a:rPr lang="zh-CN" altLang="en-US" dirty="0"/>
              <a:t>报文解析</a:t>
            </a:r>
            <a:endParaRPr lang="zh-CN" altLang="en-US" dirty="0"/>
          </a:p>
        </p:txBody>
      </p:sp>
      <p:sp>
        <p:nvSpPr>
          <p:cNvPr id="21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2" name="Rectangle 4"/>
          <p:cNvSpPr>
            <a:spLocks noChangeArrowheads="1"/>
          </p:cNvSpPr>
          <p:nvPr/>
        </p:nvSpPr>
        <p:spPr bwMode="auto">
          <a:xfrm>
            <a:off x="0" y="381635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566" y="140834"/>
            <a:ext cx="2158091" cy="787173"/>
          </a:xfrm>
          <a:prstGeom prst="rect">
            <a:avLst/>
          </a:prstGeom>
        </p:spPr>
      </p:pic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708025" y="4632960"/>
            <a:ext cx="10546715" cy="21348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no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45720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</a:pPr>
            <a:r>
              <a:rPr kumimoji="0" lang="zh-CN" altLang="en-US" sz="1600" b="0" i="0" u="none" strike="noStrike" cap="none" normalizeH="0" baseline="0">
                <a:latin typeface="+mn-lt"/>
              </a:rPr>
              <a:t>首先，上低压之后，各个 </a:t>
            </a:r>
            <a:r>
              <a:rPr kumimoji="0" lang="zh-CN" altLang="en-US" sz="1600" b="0" u="none" strike="noStrike" cap="none" normalizeH="0" baseline="0">
                <a:latin typeface="+mn-lt"/>
              </a:rPr>
              <a:t>ECU</a:t>
            </a:r>
            <a:r>
              <a:rPr kumimoji="0" lang="zh-CN" altLang="en-US" sz="1600" b="0" i="0" u="none" strike="noStrike" cap="none" normalizeH="0" baseline="0">
                <a:latin typeface="+mn-lt"/>
              </a:rPr>
              <a:t> 设备进行唤醒，</a:t>
            </a:r>
            <a:r>
              <a:rPr kumimoji="0" lang="zh-CN" altLang="en-US" sz="1600" b="0" u="none" strike="noStrike" cap="none" normalizeH="0" baseline="0">
                <a:latin typeface="+mn-lt"/>
              </a:rPr>
              <a:t>PDU</a:t>
            </a:r>
            <a:r>
              <a:rPr kumimoji="0" lang="zh-CN" altLang="en-US" sz="1600" b="0" i="0" u="none" strike="noStrike" cap="none" normalizeH="0" baseline="0">
                <a:latin typeface="+mn-lt"/>
              </a:rPr>
              <a:t> 自检发送各个接触器的状态，如果无接触器粘连，则发送允许蓄电池上电；</a:t>
            </a:r>
            <a:r>
              <a:rPr kumimoji="0" lang="zh-CN" altLang="en-US" sz="1600" b="0" u="none" strike="noStrike" cap="none" normalizeH="0" baseline="0">
                <a:latin typeface="+mn-lt"/>
              </a:rPr>
              <a:t>BMS</a:t>
            </a:r>
            <a:r>
              <a:rPr kumimoji="0" lang="zh-CN" altLang="en-US" sz="1600" b="0" i="0" u="none" strike="noStrike" cap="none" normalizeH="0" baseline="0">
                <a:latin typeface="+mn-lt"/>
              </a:rPr>
              <a:t> 自检电池状态，然后反馈是否允许上电；</a:t>
            </a:r>
            <a:r>
              <a:rPr kumimoji="0" lang="zh-CN" altLang="en-US" sz="1600" b="0" u="none" strike="noStrike" cap="none" normalizeH="0" baseline="0">
                <a:latin typeface="+mn-lt"/>
              </a:rPr>
              <a:t>VCU</a:t>
            </a:r>
            <a:r>
              <a:rPr kumimoji="0" lang="zh-CN" altLang="en-US" sz="1600" b="0" i="0" u="none" strike="noStrike" cap="none" normalizeH="0" baseline="0">
                <a:latin typeface="+mn-lt"/>
              </a:rPr>
              <a:t> 接收到 </a:t>
            </a:r>
            <a:r>
              <a:rPr kumimoji="0" lang="zh-CN" altLang="en-US" sz="1600" b="0" u="none" strike="noStrike" cap="none" normalizeH="0" baseline="0">
                <a:latin typeface="+mn-lt"/>
              </a:rPr>
              <a:t>PDU</a:t>
            </a:r>
            <a:r>
              <a:rPr kumimoji="0" lang="zh-CN" altLang="en-US" sz="1600" b="0" i="0" u="none" strike="noStrike" cap="none" normalizeH="0" baseline="0">
                <a:latin typeface="+mn-lt"/>
              </a:rPr>
              <a:t>上继电器状态均为断开以及无粘连时，</a:t>
            </a:r>
            <a:r>
              <a:rPr kumimoji="0" lang="zh-CN" altLang="en-US" sz="1600" b="0" u="none" strike="noStrike" cap="none" normalizeH="0" baseline="0">
                <a:latin typeface="+mn-lt"/>
              </a:rPr>
              <a:t>VCU</a:t>
            </a:r>
            <a:r>
              <a:rPr kumimoji="0" lang="zh-CN" altLang="en-US" sz="1600" b="0" i="0" u="none" strike="noStrike" cap="none" normalizeH="0" baseline="0">
                <a:latin typeface="+mn-lt"/>
              </a:rPr>
              <a:t> 请求蓄电池上电；</a:t>
            </a:r>
            <a:endParaRPr kumimoji="0" lang="zh-CN" altLang="en-US" sz="1600" b="0" i="0" u="none" strike="noStrike" cap="none" normalizeH="0" baseline="0">
              <a:solidFill>
                <a:schemeClr val="tx1"/>
              </a:solidFill>
              <a:latin typeface="+mn-lt"/>
            </a:endParaRPr>
          </a:p>
          <a:p>
            <a:pPr marL="0" marR="0" lvl="0" indent="45720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</a:pPr>
            <a:r>
              <a:rPr kumimoji="0" lang="zh-CN" altLang="en-US" sz="1600" b="0" i="0" u="none" strike="noStrike" cap="none" normalizeH="0" baseline="0">
                <a:latin typeface="+mn-lt"/>
              </a:rPr>
              <a:t>钥匙 </a:t>
            </a:r>
            <a:r>
              <a:rPr kumimoji="0" lang="zh-CN" altLang="en-US" sz="1600" b="0" u="none" strike="noStrike" cap="none" normalizeH="0" baseline="0">
                <a:latin typeface="+mn-lt"/>
              </a:rPr>
              <a:t>KEY_START</a:t>
            </a:r>
            <a:r>
              <a:rPr kumimoji="0" lang="zh-CN" altLang="en-US" sz="1600" b="0" i="0" u="none" strike="noStrike" cap="none" normalizeH="0" baseline="0">
                <a:latin typeface="+mn-lt"/>
              </a:rPr>
              <a:t> 挡，上高压硬线信号，</a:t>
            </a:r>
            <a:r>
              <a:rPr kumimoji="0" lang="zh-CN" altLang="en-US" sz="1600" b="0" u="none" strike="noStrike" cap="none" normalizeH="0" baseline="0">
                <a:latin typeface="+mn-lt"/>
              </a:rPr>
              <a:t>VCU</a:t>
            </a:r>
            <a:r>
              <a:rPr kumimoji="0" lang="zh-CN" altLang="en-US" sz="1600" b="0" i="0" u="none" strike="noStrike" cap="none" normalizeH="0" baseline="0">
                <a:latin typeface="+mn-lt"/>
              </a:rPr>
              <a:t> 接收该信号后进行处理，根据 </a:t>
            </a:r>
            <a:r>
              <a:rPr kumimoji="0" lang="zh-CN" altLang="en-US" sz="1600" b="0" u="none" strike="noStrike" cap="none" normalizeH="0" baseline="0">
                <a:latin typeface="+mn-lt"/>
              </a:rPr>
              <a:t>BMS</a:t>
            </a:r>
            <a:r>
              <a:rPr kumimoji="0" lang="zh-CN" altLang="en-US" sz="1600" b="0" i="0" u="none" strike="noStrike" cap="none" normalizeH="0" baseline="0">
                <a:latin typeface="+mn-lt"/>
              </a:rPr>
              <a:t> 与 </a:t>
            </a:r>
            <a:r>
              <a:rPr kumimoji="0" lang="zh-CN" altLang="en-US" sz="1600" b="0" u="none" strike="noStrike" cap="none" normalizeH="0" baseline="0">
                <a:latin typeface="+mn-lt"/>
              </a:rPr>
              <a:t>PDU</a:t>
            </a:r>
            <a:r>
              <a:rPr kumimoji="0" lang="zh-CN" altLang="en-US" sz="1600" b="0" i="0" u="none" strike="noStrike" cap="none" normalizeH="0" baseline="0">
                <a:latin typeface="+mn-lt"/>
              </a:rPr>
              <a:t> 报文判断可以上高压，则发送主接触器闭合命令，</a:t>
            </a:r>
            <a:r>
              <a:rPr kumimoji="0" lang="zh-CN" altLang="en-US" sz="1600" b="0" u="none" strike="noStrike" cap="none" normalizeH="0" baseline="0">
                <a:latin typeface="+mn-lt"/>
              </a:rPr>
              <a:t>PDU</a:t>
            </a:r>
            <a:r>
              <a:rPr kumimoji="0" lang="zh-CN" altLang="en-US" sz="1600" b="0" i="0" u="none" strike="noStrike" cap="none" normalizeH="0" baseline="0">
                <a:latin typeface="+mn-lt"/>
              </a:rPr>
              <a:t> 接收到主接触器闭合之后，自动进行主接上高压预充过程，预充完毕之后，先闭合主接触器，再断开预充接触器。</a:t>
            </a:r>
            <a:endParaRPr kumimoji="0" lang="zh-CN" altLang="en-US" sz="1600" b="0" i="0" u="none" strike="noStrike" cap="none" normalizeH="0" baseline="0">
              <a:solidFill>
                <a:schemeClr val="tx1"/>
              </a:solidFill>
              <a:latin typeface="+mn-lt"/>
            </a:endParaRPr>
          </a:p>
          <a:p>
            <a:pPr marL="0" marR="0" lvl="0" indent="45720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</a:pPr>
            <a:r>
              <a:rPr kumimoji="0" lang="zh-CN" altLang="en-US" sz="1600" b="0" i="0" u="none" strike="noStrike" cap="none" normalizeH="0" baseline="0">
                <a:latin typeface="+mn-lt"/>
              </a:rPr>
              <a:t>主接闭合之后，然后是 </a:t>
            </a:r>
            <a:r>
              <a:rPr kumimoji="0" lang="zh-CN" altLang="en-US" sz="1600" b="0" u="none" strike="noStrike" cap="none" normalizeH="0" baseline="0">
                <a:latin typeface="+mn-lt"/>
              </a:rPr>
              <a:t>VCU</a:t>
            </a:r>
            <a:r>
              <a:rPr kumimoji="0" lang="zh-CN" altLang="en-US" sz="1600" b="0" i="0" u="none" strike="noStrike" cap="none" normalizeH="0" baseline="0">
                <a:latin typeface="+mn-lt"/>
              </a:rPr>
              <a:t> 发送 </a:t>
            </a:r>
            <a:r>
              <a:rPr kumimoji="0" lang="zh-CN" altLang="en-US" sz="1600" b="0" u="none" strike="noStrike" cap="none" normalizeH="0" baseline="0">
                <a:latin typeface="+mn-lt"/>
              </a:rPr>
              <a:t>DCDC</a:t>
            </a:r>
            <a:r>
              <a:rPr kumimoji="0" lang="zh-CN" altLang="en-US" sz="1600" b="0" i="0" u="none" strike="noStrike" cap="none" normalizeH="0" baseline="0">
                <a:latin typeface="+mn-lt"/>
              </a:rPr>
              <a:t> 接触器闭合命令， </a:t>
            </a:r>
            <a:r>
              <a:rPr kumimoji="0" lang="zh-CN" altLang="en-US" sz="1600" b="0" u="none" strike="noStrike" cap="none" normalizeH="0" baseline="0">
                <a:latin typeface="+mn-lt"/>
              </a:rPr>
              <a:t>DCDC</a:t>
            </a:r>
            <a:r>
              <a:rPr kumimoji="0" lang="zh-CN" altLang="en-US" sz="1600" b="0" i="0" u="none" strike="noStrike" cap="none" normalizeH="0" baseline="0">
                <a:latin typeface="+mn-lt"/>
              </a:rPr>
              <a:t> 闭合， </a:t>
            </a:r>
            <a:r>
              <a:rPr kumimoji="0" lang="zh-CN" altLang="en-US" sz="1600" b="0" u="none" strike="noStrike" cap="none" normalizeH="0" baseline="0">
                <a:latin typeface="+mn-lt"/>
              </a:rPr>
              <a:t>DCDC</a:t>
            </a:r>
            <a:r>
              <a:rPr kumimoji="0" lang="zh-CN" altLang="en-US" sz="1600" b="0" i="0" u="none" strike="noStrike" cap="none" normalizeH="0" baseline="0">
                <a:latin typeface="+mn-lt"/>
              </a:rPr>
              <a:t> 闭合之后，</a:t>
            </a:r>
            <a:r>
              <a:rPr kumimoji="0" lang="zh-CN" altLang="en-US" sz="1600" b="0" u="none" strike="noStrike" cap="none" normalizeH="0" baseline="0">
                <a:latin typeface="+mn-lt"/>
              </a:rPr>
              <a:t>VCU</a:t>
            </a:r>
            <a:r>
              <a:rPr kumimoji="0" lang="zh-CN" altLang="en-US" sz="1600" b="0" i="0" u="none" strike="noStrike" cap="none" normalizeH="0" baseline="0">
                <a:latin typeface="+mn-lt"/>
              </a:rPr>
              <a:t> 就发送 </a:t>
            </a:r>
            <a:r>
              <a:rPr kumimoji="0" lang="zh-CN" altLang="en-US" sz="1600" b="0" u="none" strike="noStrike" cap="none" normalizeH="0" baseline="0">
                <a:latin typeface="+mn-lt"/>
              </a:rPr>
              <a:t>DCDC</a:t>
            </a:r>
            <a:r>
              <a:rPr kumimoji="0" lang="zh-CN" altLang="en-US" sz="1600" b="0" i="0" u="none" strike="noStrike" cap="none" normalizeH="0" baseline="0">
                <a:latin typeface="+mn-lt"/>
              </a:rPr>
              <a:t> 工作命令， </a:t>
            </a:r>
            <a:r>
              <a:rPr kumimoji="0" lang="zh-CN" altLang="en-US" sz="1600" b="0" u="none" strike="noStrike" cap="none" normalizeH="0" baseline="0">
                <a:latin typeface="+mn-lt"/>
              </a:rPr>
              <a:t>DCDC</a:t>
            </a:r>
            <a:r>
              <a:rPr kumimoji="0" lang="zh-CN" altLang="en-US" sz="1600" b="0" i="0" u="none" strike="noStrike" cap="none" normalizeH="0" baseline="0">
                <a:latin typeface="+mn-lt"/>
              </a:rPr>
              <a:t> 运行。然后是 </a:t>
            </a:r>
            <a:r>
              <a:rPr kumimoji="0" lang="zh-CN" altLang="en-US" sz="1600" b="0" u="none" strike="noStrike" cap="none" normalizeH="0" baseline="0">
                <a:latin typeface="+mn-lt"/>
              </a:rPr>
              <a:t>TMS</a:t>
            </a:r>
            <a:r>
              <a:rPr kumimoji="0" lang="zh-CN" altLang="en-US" sz="1600" b="0" i="0" u="none" strike="noStrike" cap="none" normalizeH="0" baseline="0">
                <a:latin typeface="+mn-lt"/>
              </a:rPr>
              <a:t> 继电器闭合。在上述接触器都吸合之后，</a:t>
            </a:r>
            <a:r>
              <a:rPr kumimoji="0" lang="zh-CN" altLang="en-US" sz="1600" b="0" u="none" strike="noStrike" cap="none" normalizeH="0" baseline="0">
                <a:latin typeface="+mn-lt"/>
              </a:rPr>
              <a:t>VCU</a:t>
            </a:r>
            <a:r>
              <a:rPr kumimoji="0" lang="zh-CN" altLang="en-US" sz="1600" b="0" i="0" u="none" strike="noStrike" cap="none" normalizeH="0" baseline="0">
                <a:latin typeface="+mn-lt"/>
              </a:rPr>
              <a:t> 下发上高压请求到 </a:t>
            </a:r>
            <a:r>
              <a:rPr kumimoji="0" lang="zh-CN" altLang="en-US" sz="1600" b="0" u="none" strike="noStrike" cap="none" normalizeH="0" baseline="0">
                <a:latin typeface="+mn-lt"/>
              </a:rPr>
              <a:t>BMS</a:t>
            </a:r>
            <a:r>
              <a:rPr kumimoji="0" lang="zh-CN" altLang="en-US" sz="1600" b="0" i="0" u="none" strike="noStrike" cap="none" normalizeH="0" baseline="0">
                <a:latin typeface="+mn-lt"/>
              </a:rPr>
              <a:t>，</a:t>
            </a:r>
            <a:r>
              <a:rPr kumimoji="0" lang="zh-CN" altLang="en-US" sz="1600" b="0" u="none" strike="noStrike" cap="none" normalizeH="0" baseline="0">
                <a:latin typeface="+mn-lt"/>
              </a:rPr>
              <a:t>BMS</a:t>
            </a:r>
            <a:r>
              <a:rPr kumimoji="0" lang="zh-CN" altLang="en-US" sz="1600" b="0" i="0" u="none" strike="noStrike" cap="none" normalizeH="0" baseline="0">
                <a:latin typeface="+mn-lt"/>
              </a:rPr>
              <a:t> 使动力电池输出高压直流电，上电过程结束。</a:t>
            </a:r>
            <a:endParaRPr kumimoji="0" lang="zh-CN" altLang="en-US" sz="1600" b="0" i="0" u="none" strike="noStrike" cap="none" normalizeH="0" baseline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155" y="1392555"/>
            <a:ext cx="9671050" cy="31318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8"/>
          <p:cNvSpPr txBox="1"/>
          <p:nvPr/>
        </p:nvSpPr>
        <p:spPr>
          <a:xfrm>
            <a:off x="3152709" y="257733"/>
            <a:ext cx="4678957" cy="46121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 defTabSz="890905">
              <a:lnSpc>
                <a:spcPct val="114000"/>
              </a:lnSpc>
            </a:pPr>
            <a:r>
              <a:rPr lang="zh-CN" altLang="en-US" sz="2800" b="1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盈峰环境</a:t>
            </a:r>
            <a:r>
              <a:rPr lang="en-US" altLang="zh-CN" sz="2800" b="1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1783-400A</a:t>
            </a:r>
            <a:r>
              <a:rPr lang="zh-CN" altLang="en-US" sz="2800" b="1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霍尔标定</a:t>
            </a:r>
            <a:endParaRPr lang="en-US" altLang="zh-CN" sz="2800" b="1" dirty="0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5" name="iconfont-11790-5634312"/>
          <p:cNvSpPr>
            <a:spLocks noChangeAspect="1"/>
          </p:cNvSpPr>
          <p:nvPr/>
        </p:nvSpPr>
        <p:spPr bwMode="auto">
          <a:xfrm>
            <a:off x="2375531" y="187132"/>
            <a:ext cx="609525" cy="609685"/>
          </a:xfrm>
          <a:custGeom>
            <a:avLst/>
            <a:gdLst>
              <a:gd name="T0" fmla="*/ 3779 w 7964"/>
              <a:gd name="T1" fmla="*/ 2906 h 7964"/>
              <a:gd name="T2" fmla="*/ 2906 w 7964"/>
              <a:gd name="T3" fmla="*/ 3779 h 7964"/>
              <a:gd name="T4" fmla="*/ 3779 w 7964"/>
              <a:gd name="T5" fmla="*/ 4651 h 7964"/>
              <a:gd name="T6" fmla="*/ 4651 w 7964"/>
              <a:gd name="T7" fmla="*/ 3779 h 7964"/>
              <a:gd name="T8" fmla="*/ 3779 w 7964"/>
              <a:gd name="T9" fmla="*/ 2906 h 7964"/>
              <a:gd name="T10" fmla="*/ 4198 w 7964"/>
              <a:gd name="T11" fmla="*/ 3444 h 7964"/>
              <a:gd name="T12" fmla="*/ 3779 w 7964"/>
              <a:gd name="T13" fmla="*/ 3242 h 7964"/>
              <a:gd name="T14" fmla="*/ 3339 w 7964"/>
              <a:gd name="T15" fmla="*/ 3470 h 7964"/>
              <a:gd name="T16" fmla="*/ 3229 w 7964"/>
              <a:gd name="T17" fmla="*/ 3394 h 7964"/>
              <a:gd name="T18" fmla="*/ 3779 w 7964"/>
              <a:gd name="T19" fmla="*/ 3107 h 7964"/>
              <a:gd name="T20" fmla="*/ 4303 w 7964"/>
              <a:gd name="T21" fmla="*/ 3360 h 7964"/>
              <a:gd name="T22" fmla="*/ 4198 w 7964"/>
              <a:gd name="T23" fmla="*/ 3444 h 7964"/>
              <a:gd name="T24" fmla="*/ 7651 w 7964"/>
              <a:gd name="T25" fmla="*/ 2432 h 7964"/>
              <a:gd name="T26" fmla="*/ 6798 w 7964"/>
              <a:gd name="T27" fmla="*/ 1166 h 7964"/>
              <a:gd name="T28" fmla="*/ 5532 w 7964"/>
              <a:gd name="T29" fmla="*/ 313 h 7964"/>
              <a:gd name="T30" fmla="*/ 3982 w 7964"/>
              <a:gd name="T31" fmla="*/ 0 h 7964"/>
              <a:gd name="T32" fmla="*/ 2432 w 7964"/>
              <a:gd name="T33" fmla="*/ 313 h 7964"/>
              <a:gd name="T34" fmla="*/ 1166 w 7964"/>
              <a:gd name="T35" fmla="*/ 1166 h 7964"/>
              <a:gd name="T36" fmla="*/ 313 w 7964"/>
              <a:gd name="T37" fmla="*/ 2432 h 7964"/>
              <a:gd name="T38" fmla="*/ 0 w 7964"/>
              <a:gd name="T39" fmla="*/ 3982 h 7964"/>
              <a:gd name="T40" fmla="*/ 313 w 7964"/>
              <a:gd name="T41" fmla="*/ 5532 h 7964"/>
              <a:gd name="T42" fmla="*/ 1166 w 7964"/>
              <a:gd name="T43" fmla="*/ 6798 h 7964"/>
              <a:gd name="T44" fmla="*/ 2432 w 7964"/>
              <a:gd name="T45" fmla="*/ 7651 h 7964"/>
              <a:gd name="T46" fmla="*/ 3982 w 7964"/>
              <a:gd name="T47" fmla="*/ 7964 h 7964"/>
              <a:gd name="T48" fmla="*/ 5532 w 7964"/>
              <a:gd name="T49" fmla="*/ 7651 h 7964"/>
              <a:gd name="T50" fmla="*/ 6798 w 7964"/>
              <a:gd name="T51" fmla="*/ 6798 h 7964"/>
              <a:gd name="T52" fmla="*/ 7651 w 7964"/>
              <a:gd name="T53" fmla="*/ 5532 h 7964"/>
              <a:gd name="T54" fmla="*/ 7964 w 7964"/>
              <a:gd name="T55" fmla="*/ 3982 h 7964"/>
              <a:gd name="T56" fmla="*/ 7651 w 7964"/>
              <a:gd name="T57" fmla="*/ 2432 h 7964"/>
              <a:gd name="T58" fmla="*/ 5292 w 7964"/>
              <a:gd name="T59" fmla="*/ 5141 h 7964"/>
              <a:gd name="T60" fmla="*/ 5161 w 7964"/>
              <a:gd name="T61" fmla="*/ 5289 h 7964"/>
              <a:gd name="T62" fmla="*/ 4960 w 7964"/>
              <a:gd name="T63" fmla="*/ 5285 h 7964"/>
              <a:gd name="T64" fmla="*/ 4423 w 7964"/>
              <a:gd name="T65" fmla="*/ 4739 h 7964"/>
              <a:gd name="T66" fmla="*/ 4414 w 7964"/>
              <a:gd name="T67" fmla="*/ 4726 h 7964"/>
              <a:gd name="T68" fmla="*/ 3779 w 7964"/>
              <a:gd name="T69" fmla="*/ 4920 h 7964"/>
              <a:gd name="T70" fmla="*/ 2637 w 7964"/>
              <a:gd name="T71" fmla="*/ 3779 h 7964"/>
              <a:gd name="T72" fmla="*/ 3779 w 7964"/>
              <a:gd name="T73" fmla="*/ 2638 h 7964"/>
              <a:gd name="T74" fmla="*/ 4920 w 7964"/>
              <a:gd name="T75" fmla="*/ 3779 h 7964"/>
              <a:gd name="T76" fmla="*/ 4734 w 7964"/>
              <a:gd name="T77" fmla="*/ 4402 h 7964"/>
              <a:gd name="T78" fmla="*/ 4740 w 7964"/>
              <a:gd name="T79" fmla="*/ 4406 h 7964"/>
              <a:gd name="T80" fmla="*/ 5281 w 7964"/>
              <a:gd name="T81" fmla="*/ 4947 h 7964"/>
              <a:gd name="T82" fmla="*/ 5292 w 7964"/>
              <a:gd name="T83" fmla="*/ 5141 h 79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7964" h="7964">
                <a:moveTo>
                  <a:pt x="3779" y="2906"/>
                </a:moveTo>
                <a:cubicBezTo>
                  <a:pt x="3297" y="2906"/>
                  <a:pt x="2906" y="3297"/>
                  <a:pt x="2906" y="3779"/>
                </a:cubicBezTo>
                <a:cubicBezTo>
                  <a:pt x="2906" y="4260"/>
                  <a:pt x="3297" y="4651"/>
                  <a:pt x="3779" y="4651"/>
                </a:cubicBezTo>
                <a:cubicBezTo>
                  <a:pt x="4261" y="4651"/>
                  <a:pt x="4651" y="4260"/>
                  <a:pt x="4651" y="3779"/>
                </a:cubicBezTo>
                <a:cubicBezTo>
                  <a:pt x="4651" y="3297"/>
                  <a:pt x="4261" y="2906"/>
                  <a:pt x="3779" y="2906"/>
                </a:cubicBezTo>
                <a:close/>
                <a:moveTo>
                  <a:pt x="4198" y="3444"/>
                </a:moveTo>
                <a:cubicBezTo>
                  <a:pt x="4100" y="3321"/>
                  <a:pt x="3949" y="3242"/>
                  <a:pt x="3779" y="3242"/>
                </a:cubicBezTo>
                <a:cubicBezTo>
                  <a:pt x="3597" y="3242"/>
                  <a:pt x="3437" y="3332"/>
                  <a:pt x="3339" y="3470"/>
                </a:cubicBezTo>
                <a:lnTo>
                  <a:pt x="3229" y="3394"/>
                </a:lnTo>
                <a:cubicBezTo>
                  <a:pt x="3351" y="3221"/>
                  <a:pt x="3551" y="3107"/>
                  <a:pt x="3779" y="3107"/>
                </a:cubicBezTo>
                <a:cubicBezTo>
                  <a:pt x="3991" y="3107"/>
                  <a:pt x="4180" y="3206"/>
                  <a:pt x="4303" y="3360"/>
                </a:cubicBezTo>
                <a:lnTo>
                  <a:pt x="4198" y="3444"/>
                </a:lnTo>
                <a:close/>
                <a:moveTo>
                  <a:pt x="7651" y="2432"/>
                </a:moveTo>
                <a:cubicBezTo>
                  <a:pt x="7451" y="1958"/>
                  <a:pt x="7164" y="1532"/>
                  <a:pt x="6798" y="1166"/>
                </a:cubicBezTo>
                <a:cubicBezTo>
                  <a:pt x="6432" y="800"/>
                  <a:pt x="6006" y="513"/>
                  <a:pt x="5532" y="313"/>
                </a:cubicBezTo>
                <a:cubicBezTo>
                  <a:pt x="5041" y="105"/>
                  <a:pt x="4520" y="0"/>
                  <a:pt x="3982" y="0"/>
                </a:cubicBezTo>
                <a:cubicBezTo>
                  <a:pt x="3444" y="0"/>
                  <a:pt x="2923" y="105"/>
                  <a:pt x="2432" y="313"/>
                </a:cubicBezTo>
                <a:cubicBezTo>
                  <a:pt x="1958" y="513"/>
                  <a:pt x="1532" y="800"/>
                  <a:pt x="1166" y="1166"/>
                </a:cubicBezTo>
                <a:cubicBezTo>
                  <a:pt x="800" y="1532"/>
                  <a:pt x="513" y="1958"/>
                  <a:pt x="313" y="2432"/>
                </a:cubicBezTo>
                <a:cubicBezTo>
                  <a:pt x="105" y="2923"/>
                  <a:pt x="0" y="3444"/>
                  <a:pt x="0" y="3982"/>
                </a:cubicBezTo>
                <a:cubicBezTo>
                  <a:pt x="0" y="4520"/>
                  <a:pt x="105" y="5041"/>
                  <a:pt x="313" y="5532"/>
                </a:cubicBezTo>
                <a:cubicBezTo>
                  <a:pt x="513" y="6006"/>
                  <a:pt x="800" y="6432"/>
                  <a:pt x="1166" y="6798"/>
                </a:cubicBezTo>
                <a:cubicBezTo>
                  <a:pt x="1532" y="7164"/>
                  <a:pt x="1958" y="7451"/>
                  <a:pt x="2432" y="7651"/>
                </a:cubicBezTo>
                <a:cubicBezTo>
                  <a:pt x="2923" y="7859"/>
                  <a:pt x="3444" y="7964"/>
                  <a:pt x="3982" y="7964"/>
                </a:cubicBezTo>
                <a:cubicBezTo>
                  <a:pt x="4520" y="7964"/>
                  <a:pt x="5041" y="7859"/>
                  <a:pt x="5532" y="7651"/>
                </a:cubicBezTo>
                <a:cubicBezTo>
                  <a:pt x="6006" y="7451"/>
                  <a:pt x="6432" y="7164"/>
                  <a:pt x="6798" y="6798"/>
                </a:cubicBezTo>
                <a:cubicBezTo>
                  <a:pt x="7164" y="6432"/>
                  <a:pt x="7451" y="6006"/>
                  <a:pt x="7651" y="5532"/>
                </a:cubicBezTo>
                <a:cubicBezTo>
                  <a:pt x="7859" y="5041"/>
                  <a:pt x="7964" y="4520"/>
                  <a:pt x="7964" y="3982"/>
                </a:cubicBezTo>
                <a:cubicBezTo>
                  <a:pt x="7964" y="3444"/>
                  <a:pt x="7859" y="2923"/>
                  <a:pt x="7651" y="2432"/>
                </a:cubicBezTo>
                <a:close/>
                <a:moveTo>
                  <a:pt x="5292" y="5141"/>
                </a:moveTo>
                <a:lnTo>
                  <a:pt x="5161" y="5289"/>
                </a:lnTo>
                <a:cubicBezTo>
                  <a:pt x="5109" y="5342"/>
                  <a:pt x="5013" y="5337"/>
                  <a:pt x="4960" y="5285"/>
                </a:cubicBezTo>
                <a:lnTo>
                  <a:pt x="4423" y="4739"/>
                </a:lnTo>
                <a:cubicBezTo>
                  <a:pt x="4419" y="4736"/>
                  <a:pt x="4417" y="4730"/>
                  <a:pt x="4414" y="4726"/>
                </a:cubicBezTo>
                <a:cubicBezTo>
                  <a:pt x="4232" y="4848"/>
                  <a:pt x="4014" y="4920"/>
                  <a:pt x="3779" y="4920"/>
                </a:cubicBezTo>
                <a:cubicBezTo>
                  <a:pt x="3148" y="4920"/>
                  <a:pt x="2637" y="4409"/>
                  <a:pt x="2637" y="3779"/>
                </a:cubicBezTo>
                <a:cubicBezTo>
                  <a:pt x="2637" y="3148"/>
                  <a:pt x="3148" y="2638"/>
                  <a:pt x="3779" y="2638"/>
                </a:cubicBezTo>
                <a:cubicBezTo>
                  <a:pt x="4409" y="2638"/>
                  <a:pt x="4920" y="3148"/>
                  <a:pt x="4920" y="3779"/>
                </a:cubicBezTo>
                <a:cubicBezTo>
                  <a:pt x="4920" y="4009"/>
                  <a:pt x="4851" y="4223"/>
                  <a:pt x="4734" y="4402"/>
                </a:cubicBezTo>
                <a:cubicBezTo>
                  <a:pt x="4736" y="4404"/>
                  <a:pt x="4738" y="4404"/>
                  <a:pt x="4740" y="4406"/>
                </a:cubicBezTo>
                <a:lnTo>
                  <a:pt x="5281" y="4947"/>
                </a:lnTo>
                <a:cubicBezTo>
                  <a:pt x="5334" y="5000"/>
                  <a:pt x="5345" y="5089"/>
                  <a:pt x="5292" y="514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44028" y="1347373"/>
            <a:ext cx="96470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工装测试：控制器三相输出电流不平衡，且与目标给定电流偏差过大。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台架测试：</a:t>
            </a:r>
            <a:endParaRPr lang="zh-CN" altLang="en-US" dirty="0"/>
          </a:p>
        </p:txBody>
      </p:sp>
      <p:sp>
        <p:nvSpPr>
          <p:cNvPr id="21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2" name="Rectangle 4"/>
          <p:cNvSpPr>
            <a:spLocks noChangeArrowheads="1"/>
          </p:cNvSpPr>
          <p:nvPr/>
        </p:nvSpPr>
        <p:spPr bwMode="auto">
          <a:xfrm>
            <a:off x="0" y="381635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566" y="140834"/>
            <a:ext cx="2158091" cy="787173"/>
          </a:xfrm>
          <a:prstGeom prst="rect">
            <a:avLst/>
          </a:prstGeom>
        </p:spPr>
      </p:pic>
      <p:pic>
        <p:nvPicPr>
          <p:cNvPr id="6" name="图片 5" descr="image-202510282049282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8615" y="1896745"/>
            <a:ext cx="4514850" cy="383921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115060" y="4661535"/>
            <a:ext cx="4980305" cy="18923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/>
            <a:r>
              <a:rPr lang="zh-CN" altLang="en-US">
                <a:sym typeface="+mn-ea"/>
              </a:rPr>
              <a:t>运用控制变量法，</a:t>
            </a:r>
            <a:r>
              <a:rPr lang="zh-CN" altLang="en-US"/>
              <a:t>在保证硬件一致的情况下，实验室台架测试，无水冷、旋变。开环控制。对托电机转矩模式，陪测电机转</a:t>
            </a:r>
            <a:r>
              <a:rPr lang="zh-CN" altLang="en-US"/>
              <a:t>速模式，输出固定电流。通过钳流表测量三相实际输出电流，记录实验数据。</a:t>
            </a:r>
            <a:endParaRPr lang="zh-CN" altLang="en-US"/>
          </a:p>
        </p:txBody>
      </p:sp>
      <p:pic>
        <p:nvPicPr>
          <p:cNvPr id="9" name="图片 8" descr="image-202510311259469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50" y="2270760"/>
            <a:ext cx="4549140" cy="18973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8"/>
          <p:cNvSpPr txBox="1"/>
          <p:nvPr/>
        </p:nvSpPr>
        <p:spPr>
          <a:xfrm>
            <a:off x="3152709" y="257734"/>
            <a:ext cx="4467291" cy="46121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 defTabSz="890905">
              <a:lnSpc>
                <a:spcPct val="114000"/>
              </a:lnSpc>
            </a:pPr>
            <a:r>
              <a:rPr lang="zh-CN" altLang="en-US" sz="2800" b="1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盈峰环境</a:t>
            </a:r>
            <a:r>
              <a:rPr lang="en-US" altLang="zh-CN" sz="2800" b="1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1783-400A</a:t>
            </a:r>
            <a:r>
              <a:rPr lang="zh-CN" altLang="en-US" sz="2800" b="1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霍尔标定</a:t>
            </a:r>
            <a:endParaRPr lang="en-US" altLang="zh-CN" sz="2800" b="1" dirty="0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5" name="iconfont-11790-5634312"/>
          <p:cNvSpPr>
            <a:spLocks noChangeAspect="1"/>
          </p:cNvSpPr>
          <p:nvPr/>
        </p:nvSpPr>
        <p:spPr bwMode="auto">
          <a:xfrm>
            <a:off x="2375531" y="187132"/>
            <a:ext cx="609525" cy="609685"/>
          </a:xfrm>
          <a:custGeom>
            <a:avLst/>
            <a:gdLst>
              <a:gd name="T0" fmla="*/ 3779 w 7964"/>
              <a:gd name="T1" fmla="*/ 2906 h 7964"/>
              <a:gd name="T2" fmla="*/ 2906 w 7964"/>
              <a:gd name="T3" fmla="*/ 3779 h 7964"/>
              <a:gd name="T4" fmla="*/ 3779 w 7964"/>
              <a:gd name="T5" fmla="*/ 4651 h 7964"/>
              <a:gd name="T6" fmla="*/ 4651 w 7964"/>
              <a:gd name="T7" fmla="*/ 3779 h 7964"/>
              <a:gd name="T8" fmla="*/ 3779 w 7964"/>
              <a:gd name="T9" fmla="*/ 2906 h 7964"/>
              <a:gd name="T10" fmla="*/ 4198 w 7964"/>
              <a:gd name="T11" fmla="*/ 3444 h 7964"/>
              <a:gd name="T12" fmla="*/ 3779 w 7964"/>
              <a:gd name="T13" fmla="*/ 3242 h 7964"/>
              <a:gd name="T14" fmla="*/ 3339 w 7964"/>
              <a:gd name="T15" fmla="*/ 3470 h 7964"/>
              <a:gd name="T16" fmla="*/ 3229 w 7964"/>
              <a:gd name="T17" fmla="*/ 3394 h 7964"/>
              <a:gd name="T18" fmla="*/ 3779 w 7964"/>
              <a:gd name="T19" fmla="*/ 3107 h 7964"/>
              <a:gd name="T20" fmla="*/ 4303 w 7964"/>
              <a:gd name="T21" fmla="*/ 3360 h 7964"/>
              <a:gd name="T22" fmla="*/ 4198 w 7964"/>
              <a:gd name="T23" fmla="*/ 3444 h 7964"/>
              <a:gd name="T24" fmla="*/ 7651 w 7964"/>
              <a:gd name="T25" fmla="*/ 2432 h 7964"/>
              <a:gd name="T26" fmla="*/ 6798 w 7964"/>
              <a:gd name="T27" fmla="*/ 1166 h 7964"/>
              <a:gd name="T28" fmla="*/ 5532 w 7964"/>
              <a:gd name="T29" fmla="*/ 313 h 7964"/>
              <a:gd name="T30" fmla="*/ 3982 w 7964"/>
              <a:gd name="T31" fmla="*/ 0 h 7964"/>
              <a:gd name="T32" fmla="*/ 2432 w 7964"/>
              <a:gd name="T33" fmla="*/ 313 h 7964"/>
              <a:gd name="T34" fmla="*/ 1166 w 7964"/>
              <a:gd name="T35" fmla="*/ 1166 h 7964"/>
              <a:gd name="T36" fmla="*/ 313 w 7964"/>
              <a:gd name="T37" fmla="*/ 2432 h 7964"/>
              <a:gd name="T38" fmla="*/ 0 w 7964"/>
              <a:gd name="T39" fmla="*/ 3982 h 7964"/>
              <a:gd name="T40" fmla="*/ 313 w 7964"/>
              <a:gd name="T41" fmla="*/ 5532 h 7964"/>
              <a:gd name="T42" fmla="*/ 1166 w 7964"/>
              <a:gd name="T43" fmla="*/ 6798 h 7964"/>
              <a:gd name="T44" fmla="*/ 2432 w 7964"/>
              <a:gd name="T45" fmla="*/ 7651 h 7964"/>
              <a:gd name="T46" fmla="*/ 3982 w 7964"/>
              <a:gd name="T47" fmla="*/ 7964 h 7964"/>
              <a:gd name="T48" fmla="*/ 5532 w 7964"/>
              <a:gd name="T49" fmla="*/ 7651 h 7964"/>
              <a:gd name="T50" fmla="*/ 6798 w 7964"/>
              <a:gd name="T51" fmla="*/ 6798 h 7964"/>
              <a:gd name="T52" fmla="*/ 7651 w 7964"/>
              <a:gd name="T53" fmla="*/ 5532 h 7964"/>
              <a:gd name="T54" fmla="*/ 7964 w 7964"/>
              <a:gd name="T55" fmla="*/ 3982 h 7964"/>
              <a:gd name="T56" fmla="*/ 7651 w 7964"/>
              <a:gd name="T57" fmla="*/ 2432 h 7964"/>
              <a:gd name="T58" fmla="*/ 5292 w 7964"/>
              <a:gd name="T59" fmla="*/ 5141 h 7964"/>
              <a:gd name="T60" fmla="*/ 5161 w 7964"/>
              <a:gd name="T61" fmla="*/ 5289 h 7964"/>
              <a:gd name="T62" fmla="*/ 4960 w 7964"/>
              <a:gd name="T63" fmla="*/ 5285 h 7964"/>
              <a:gd name="T64" fmla="*/ 4423 w 7964"/>
              <a:gd name="T65" fmla="*/ 4739 h 7964"/>
              <a:gd name="T66" fmla="*/ 4414 w 7964"/>
              <a:gd name="T67" fmla="*/ 4726 h 7964"/>
              <a:gd name="T68" fmla="*/ 3779 w 7964"/>
              <a:gd name="T69" fmla="*/ 4920 h 7964"/>
              <a:gd name="T70" fmla="*/ 2637 w 7964"/>
              <a:gd name="T71" fmla="*/ 3779 h 7964"/>
              <a:gd name="T72" fmla="*/ 3779 w 7964"/>
              <a:gd name="T73" fmla="*/ 2638 h 7964"/>
              <a:gd name="T74" fmla="*/ 4920 w 7964"/>
              <a:gd name="T75" fmla="*/ 3779 h 7964"/>
              <a:gd name="T76" fmla="*/ 4734 w 7964"/>
              <a:gd name="T77" fmla="*/ 4402 h 7964"/>
              <a:gd name="T78" fmla="*/ 4740 w 7964"/>
              <a:gd name="T79" fmla="*/ 4406 h 7964"/>
              <a:gd name="T80" fmla="*/ 5281 w 7964"/>
              <a:gd name="T81" fmla="*/ 4947 h 7964"/>
              <a:gd name="T82" fmla="*/ 5292 w 7964"/>
              <a:gd name="T83" fmla="*/ 5141 h 79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7964" h="7964">
                <a:moveTo>
                  <a:pt x="3779" y="2906"/>
                </a:moveTo>
                <a:cubicBezTo>
                  <a:pt x="3297" y="2906"/>
                  <a:pt x="2906" y="3297"/>
                  <a:pt x="2906" y="3779"/>
                </a:cubicBezTo>
                <a:cubicBezTo>
                  <a:pt x="2906" y="4260"/>
                  <a:pt x="3297" y="4651"/>
                  <a:pt x="3779" y="4651"/>
                </a:cubicBezTo>
                <a:cubicBezTo>
                  <a:pt x="4261" y="4651"/>
                  <a:pt x="4651" y="4260"/>
                  <a:pt x="4651" y="3779"/>
                </a:cubicBezTo>
                <a:cubicBezTo>
                  <a:pt x="4651" y="3297"/>
                  <a:pt x="4261" y="2906"/>
                  <a:pt x="3779" y="2906"/>
                </a:cubicBezTo>
                <a:close/>
                <a:moveTo>
                  <a:pt x="4198" y="3444"/>
                </a:moveTo>
                <a:cubicBezTo>
                  <a:pt x="4100" y="3321"/>
                  <a:pt x="3949" y="3242"/>
                  <a:pt x="3779" y="3242"/>
                </a:cubicBezTo>
                <a:cubicBezTo>
                  <a:pt x="3597" y="3242"/>
                  <a:pt x="3437" y="3332"/>
                  <a:pt x="3339" y="3470"/>
                </a:cubicBezTo>
                <a:lnTo>
                  <a:pt x="3229" y="3394"/>
                </a:lnTo>
                <a:cubicBezTo>
                  <a:pt x="3351" y="3221"/>
                  <a:pt x="3551" y="3107"/>
                  <a:pt x="3779" y="3107"/>
                </a:cubicBezTo>
                <a:cubicBezTo>
                  <a:pt x="3991" y="3107"/>
                  <a:pt x="4180" y="3206"/>
                  <a:pt x="4303" y="3360"/>
                </a:cubicBezTo>
                <a:lnTo>
                  <a:pt x="4198" y="3444"/>
                </a:lnTo>
                <a:close/>
                <a:moveTo>
                  <a:pt x="7651" y="2432"/>
                </a:moveTo>
                <a:cubicBezTo>
                  <a:pt x="7451" y="1958"/>
                  <a:pt x="7164" y="1532"/>
                  <a:pt x="6798" y="1166"/>
                </a:cubicBezTo>
                <a:cubicBezTo>
                  <a:pt x="6432" y="800"/>
                  <a:pt x="6006" y="513"/>
                  <a:pt x="5532" y="313"/>
                </a:cubicBezTo>
                <a:cubicBezTo>
                  <a:pt x="5041" y="105"/>
                  <a:pt x="4520" y="0"/>
                  <a:pt x="3982" y="0"/>
                </a:cubicBezTo>
                <a:cubicBezTo>
                  <a:pt x="3444" y="0"/>
                  <a:pt x="2923" y="105"/>
                  <a:pt x="2432" y="313"/>
                </a:cubicBezTo>
                <a:cubicBezTo>
                  <a:pt x="1958" y="513"/>
                  <a:pt x="1532" y="800"/>
                  <a:pt x="1166" y="1166"/>
                </a:cubicBezTo>
                <a:cubicBezTo>
                  <a:pt x="800" y="1532"/>
                  <a:pt x="513" y="1958"/>
                  <a:pt x="313" y="2432"/>
                </a:cubicBezTo>
                <a:cubicBezTo>
                  <a:pt x="105" y="2923"/>
                  <a:pt x="0" y="3444"/>
                  <a:pt x="0" y="3982"/>
                </a:cubicBezTo>
                <a:cubicBezTo>
                  <a:pt x="0" y="4520"/>
                  <a:pt x="105" y="5041"/>
                  <a:pt x="313" y="5532"/>
                </a:cubicBezTo>
                <a:cubicBezTo>
                  <a:pt x="513" y="6006"/>
                  <a:pt x="800" y="6432"/>
                  <a:pt x="1166" y="6798"/>
                </a:cubicBezTo>
                <a:cubicBezTo>
                  <a:pt x="1532" y="7164"/>
                  <a:pt x="1958" y="7451"/>
                  <a:pt x="2432" y="7651"/>
                </a:cubicBezTo>
                <a:cubicBezTo>
                  <a:pt x="2923" y="7859"/>
                  <a:pt x="3444" y="7964"/>
                  <a:pt x="3982" y="7964"/>
                </a:cubicBezTo>
                <a:cubicBezTo>
                  <a:pt x="4520" y="7964"/>
                  <a:pt x="5041" y="7859"/>
                  <a:pt x="5532" y="7651"/>
                </a:cubicBezTo>
                <a:cubicBezTo>
                  <a:pt x="6006" y="7451"/>
                  <a:pt x="6432" y="7164"/>
                  <a:pt x="6798" y="6798"/>
                </a:cubicBezTo>
                <a:cubicBezTo>
                  <a:pt x="7164" y="6432"/>
                  <a:pt x="7451" y="6006"/>
                  <a:pt x="7651" y="5532"/>
                </a:cubicBezTo>
                <a:cubicBezTo>
                  <a:pt x="7859" y="5041"/>
                  <a:pt x="7964" y="4520"/>
                  <a:pt x="7964" y="3982"/>
                </a:cubicBezTo>
                <a:cubicBezTo>
                  <a:pt x="7964" y="3444"/>
                  <a:pt x="7859" y="2923"/>
                  <a:pt x="7651" y="2432"/>
                </a:cubicBezTo>
                <a:close/>
                <a:moveTo>
                  <a:pt x="5292" y="5141"/>
                </a:moveTo>
                <a:lnTo>
                  <a:pt x="5161" y="5289"/>
                </a:lnTo>
                <a:cubicBezTo>
                  <a:pt x="5109" y="5342"/>
                  <a:pt x="5013" y="5337"/>
                  <a:pt x="4960" y="5285"/>
                </a:cubicBezTo>
                <a:lnTo>
                  <a:pt x="4423" y="4739"/>
                </a:lnTo>
                <a:cubicBezTo>
                  <a:pt x="4419" y="4736"/>
                  <a:pt x="4417" y="4730"/>
                  <a:pt x="4414" y="4726"/>
                </a:cubicBezTo>
                <a:cubicBezTo>
                  <a:pt x="4232" y="4848"/>
                  <a:pt x="4014" y="4920"/>
                  <a:pt x="3779" y="4920"/>
                </a:cubicBezTo>
                <a:cubicBezTo>
                  <a:pt x="3148" y="4920"/>
                  <a:pt x="2637" y="4409"/>
                  <a:pt x="2637" y="3779"/>
                </a:cubicBezTo>
                <a:cubicBezTo>
                  <a:pt x="2637" y="3148"/>
                  <a:pt x="3148" y="2638"/>
                  <a:pt x="3779" y="2638"/>
                </a:cubicBezTo>
                <a:cubicBezTo>
                  <a:pt x="4409" y="2638"/>
                  <a:pt x="4920" y="3148"/>
                  <a:pt x="4920" y="3779"/>
                </a:cubicBezTo>
                <a:cubicBezTo>
                  <a:pt x="4920" y="4009"/>
                  <a:pt x="4851" y="4223"/>
                  <a:pt x="4734" y="4402"/>
                </a:cubicBezTo>
                <a:cubicBezTo>
                  <a:pt x="4736" y="4404"/>
                  <a:pt x="4738" y="4404"/>
                  <a:pt x="4740" y="4406"/>
                </a:cubicBezTo>
                <a:lnTo>
                  <a:pt x="5281" y="4947"/>
                </a:lnTo>
                <a:cubicBezTo>
                  <a:pt x="5334" y="5000"/>
                  <a:pt x="5345" y="5089"/>
                  <a:pt x="5292" y="514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44028" y="1296562"/>
            <a:ext cx="9647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测试结果数据</a:t>
            </a:r>
            <a:endParaRPr lang="zh-CN" altLang="en-US" dirty="0"/>
          </a:p>
        </p:txBody>
      </p:sp>
      <p:sp>
        <p:nvSpPr>
          <p:cNvPr id="21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2" name="Rectangle 4"/>
          <p:cNvSpPr>
            <a:spLocks noChangeArrowheads="1"/>
          </p:cNvSpPr>
          <p:nvPr/>
        </p:nvSpPr>
        <p:spPr bwMode="auto">
          <a:xfrm>
            <a:off x="0" y="384084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566" y="140834"/>
            <a:ext cx="2158091" cy="787173"/>
          </a:xfrm>
          <a:prstGeom prst="rect">
            <a:avLst/>
          </a:prstGeom>
        </p:spPr>
      </p:pic>
      <p:pic>
        <p:nvPicPr>
          <p:cNvPr id="6" name="图片 5" descr="image-202510311311226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455" y="1812290"/>
            <a:ext cx="4932045" cy="2221230"/>
          </a:xfrm>
          <a:prstGeom prst="rect">
            <a:avLst/>
          </a:prstGeom>
        </p:spPr>
      </p:pic>
      <p:pic>
        <p:nvPicPr>
          <p:cNvPr id="7" name="图片 6" descr="image-2025103113094978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3440" y="1805305"/>
            <a:ext cx="5281295" cy="2440305"/>
          </a:xfrm>
          <a:prstGeom prst="rect">
            <a:avLst/>
          </a:prstGeom>
        </p:spPr>
      </p:pic>
      <p:pic>
        <p:nvPicPr>
          <p:cNvPr id="8" name="图片 7" descr="image-2025103113104860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455" y="4116705"/>
            <a:ext cx="4931410" cy="259397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6144260" y="4551045"/>
            <a:ext cx="551624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参数</a:t>
            </a:r>
            <a:r>
              <a:rPr lang="en-US" altLang="zh-CN"/>
              <a:t>14 = 145 </a:t>
            </a:r>
            <a:r>
              <a:rPr lang="zh-CN" altLang="en-US"/>
              <a:t>的情况下，实际输出是最理想的一个状态。</a:t>
            </a:r>
            <a:r>
              <a:rPr lang="en-US" altLang="zh-CN"/>
              <a:t>1766 </a:t>
            </a:r>
            <a:r>
              <a:rPr lang="zh-CN" altLang="en-US"/>
              <a:t>项目使用参数</a:t>
            </a:r>
            <a:r>
              <a:rPr lang="en-US" altLang="zh-CN"/>
              <a:t> 14 = 150</a:t>
            </a:r>
            <a:r>
              <a:rPr lang="zh-CN" altLang="en-US"/>
              <a:t>，由当时工装测试获得较为理想的参数。对于</a:t>
            </a:r>
            <a:r>
              <a:rPr lang="en-US" altLang="zh-CN"/>
              <a:t> 400A </a:t>
            </a:r>
            <a:r>
              <a:rPr lang="zh-CN" altLang="en-US"/>
              <a:t>的三相采样霍尔，参数</a:t>
            </a:r>
            <a:r>
              <a:rPr lang="en-US" altLang="zh-CN"/>
              <a:t> 14 </a:t>
            </a:r>
            <a:r>
              <a:rPr lang="zh-CN" altLang="en-US"/>
              <a:t>的值在</a:t>
            </a:r>
            <a:r>
              <a:rPr lang="en-US" altLang="zh-CN"/>
              <a:t> 145</a:t>
            </a:r>
            <a:r>
              <a:rPr lang="zh-CN" altLang="en-US"/>
              <a:t>基础上可以进行一些微调。在工装测试时，调整参数没变化的结论</a:t>
            </a:r>
            <a:r>
              <a:rPr lang="zh-CN" altLang="en-US"/>
              <a:t>为参数没有被正确的写入。</a:t>
            </a:r>
            <a:endParaRPr lang="zh-CN" altLang="en-US"/>
          </a:p>
        </p:txBody>
      </p:sp>
    </p:spTree>
  </p:cSld>
  <p:clrMapOvr>
    <a:masterClrMapping/>
  </p:clrMapOvr>
  <p:transition spd="slow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5"/>
          <p:cNvSpPr>
            <a:spLocks noChangeAspect="1"/>
          </p:cNvSpPr>
          <p:nvPr/>
        </p:nvSpPr>
        <p:spPr>
          <a:xfrm>
            <a:off x="573578" y="2038847"/>
            <a:ext cx="4521749" cy="2645110"/>
          </a:xfrm>
          <a:prstGeom prst="roundRect">
            <a:avLst/>
          </a:prstGeom>
          <a:blipFill dpi="0" rotWithShape="1">
            <a:blip r:embed="rId1" cstate="print"/>
            <a:srcRect/>
            <a:stretch>
              <a:fillRect/>
            </a:stretch>
          </a:blipFill>
          <a:ln w="635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0" b="1" dirty="0">
                <a:solidFill>
                  <a:schemeClr val="tx1"/>
                </a:solidFill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PART 03</a:t>
            </a:r>
            <a:endParaRPr lang="zh-CN" altLang="en-US" sz="6000" b="1" dirty="0">
              <a:solidFill>
                <a:schemeClr val="tx1"/>
              </a:solidFill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7" name="任意多边形 57"/>
          <p:cNvSpPr>
            <a:spLocks noChangeAspect="1"/>
          </p:cNvSpPr>
          <p:nvPr/>
        </p:nvSpPr>
        <p:spPr>
          <a:xfrm>
            <a:off x="5547630" y="2044228"/>
            <a:ext cx="6080490" cy="2639729"/>
          </a:xfrm>
          <a:prstGeom prst="roundRect">
            <a:avLst/>
          </a:prstGeom>
          <a:solidFill>
            <a:schemeClr val="accent5"/>
          </a:solidFill>
          <a:ln w="635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6000" b="1" spc="1200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个人发展规划</a:t>
            </a:r>
            <a:endParaRPr lang="zh-CN" altLang="en-US" sz="6000" b="1" spc="1200" dirty="0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566" y="140834"/>
            <a:ext cx="2158091" cy="78717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7" grpId="0" bldLvl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/>
          <p:nvPr/>
        </p:nvCxnSpPr>
        <p:spPr>
          <a:xfrm flipV="1">
            <a:off x="3367359" y="2299654"/>
            <a:ext cx="0" cy="2697367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ïṣ1iďé"/>
          <p:cNvSpPr/>
          <p:nvPr/>
        </p:nvSpPr>
        <p:spPr>
          <a:xfrm>
            <a:off x="937032" y="1653575"/>
            <a:ext cx="2123951" cy="371482"/>
          </a:xfrm>
          <a:prstGeom prst="roundRect">
            <a:avLst>
              <a:gd name="adj" fmla="val 1553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46800" bIns="46800" anchor="ctr" anchorCtr="1">
            <a:normAutofit/>
          </a:bodyPr>
          <a:lstStyle/>
          <a:p>
            <a:pPr algn="ctr"/>
            <a:r>
              <a:rPr lang="zh-CN" altLang="en-US" sz="1600" b="1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计划项</a:t>
            </a:r>
            <a:endParaRPr lang="zh-CN" altLang="en-US" sz="1600" b="1" dirty="0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18" name="iṧļiḍé"/>
          <p:cNvSpPr/>
          <p:nvPr/>
        </p:nvSpPr>
        <p:spPr bwMode="auto">
          <a:xfrm>
            <a:off x="931632" y="2299654"/>
            <a:ext cx="2134750" cy="1512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rIns="90000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学习电机电控算法</a:t>
            </a:r>
            <a:endParaRPr lang="en-US" altLang="zh-CN" dirty="0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cxnSp>
        <p:nvCxnSpPr>
          <p:cNvPr id="19" name="直接连接符 18"/>
          <p:cNvCxnSpPr/>
          <p:nvPr/>
        </p:nvCxnSpPr>
        <p:spPr>
          <a:xfrm flipV="1">
            <a:off x="6024241" y="2299654"/>
            <a:ext cx="0" cy="2697367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 flipV="1">
            <a:off x="8721721" y="2299654"/>
            <a:ext cx="0" cy="2697367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iŝ1îḋé"/>
          <p:cNvSpPr/>
          <p:nvPr/>
        </p:nvSpPr>
        <p:spPr>
          <a:xfrm>
            <a:off x="3644396" y="1653575"/>
            <a:ext cx="2123951" cy="371482"/>
          </a:xfrm>
          <a:prstGeom prst="roundRect">
            <a:avLst>
              <a:gd name="adj" fmla="val 15539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46800" bIns="46800" anchor="ctr" anchorCtr="1">
            <a:normAutofit/>
          </a:bodyPr>
          <a:lstStyle/>
          <a:p>
            <a:pPr algn="ctr"/>
            <a:r>
              <a:rPr lang="zh-CN" altLang="en-US" sz="1600" b="1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时间</a:t>
            </a:r>
            <a:endParaRPr lang="zh-CN" altLang="en-US" sz="1600" b="1" dirty="0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23" name="ïśļîḋe"/>
          <p:cNvSpPr/>
          <p:nvPr/>
        </p:nvSpPr>
        <p:spPr bwMode="auto">
          <a:xfrm>
            <a:off x="3948833" y="2867234"/>
            <a:ext cx="1515076" cy="1512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rIns="90000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2025</a:t>
            </a:r>
            <a:r>
              <a:rPr lang="zh-CN" altLang="en-US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年</a:t>
            </a:r>
            <a:r>
              <a:rPr lang="en-US" altLang="zh-CN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11</a:t>
            </a:r>
            <a:r>
              <a:rPr lang="zh-CN" altLang="en-US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月</a:t>
            </a:r>
            <a:r>
              <a:rPr lang="en-US" altLang="zh-CN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-2026</a:t>
            </a:r>
            <a:r>
              <a:rPr lang="zh-CN" altLang="en-US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年</a:t>
            </a:r>
            <a:r>
              <a:rPr lang="en-US" altLang="zh-CN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03</a:t>
            </a:r>
            <a:r>
              <a:rPr lang="zh-CN" altLang="en-US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月</a:t>
            </a:r>
            <a:endParaRPr lang="en-US" altLang="zh-CN" dirty="0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25" name="îṥḻîdê"/>
          <p:cNvSpPr/>
          <p:nvPr/>
        </p:nvSpPr>
        <p:spPr>
          <a:xfrm>
            <a:off x="6351760" y="1653575"/>
            <a:ext cx="2123951" cy="371482"/>
          </a:xfrm>
          <a:prstGeom prst="roundRect">
            <a:avLst>
              <a:gd name="adj" fmla="val 1553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46800" bIns="46800" anchor="ctr" anchorCtr="1">
            <a:normAutofit/>
          </a:bodyPr>
          <a:lstStyle/>
          <a:p>
            <a:pPr algn="ctr"/>
            <a:r>
              <a:rPr lang="zh-CN" altLang="en-US" sz="1600" b="1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方法</a:t>
            </a:r>
            <a:endParaRPr lang="zh-CN" altLang="en-US" sz="1600" b="1" dirty="0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26" name="íšļidè"/>
          <p:cNvSpPr/>
          <p:nvPr/>
        </p:nvSpPr>
        <p:spPr bwMode="auto">
          <a:xfrm>
            <a:off x="6340961" y="2298274"/>
            <a:ext cx="2134750" cy="1512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rIns="90000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阅读电机控制算法书籍，博客，论文等资料。</a:t>
            </a:r>
            <a:endParaRPr lang="en-US" altLang="zh-CN" dirty="0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28" name="ï$ľídé"/>
          <p:cNvSpPr/>
          <p:nvPr/>
        </p:nvSpPr>
        <p:spPr>
          <a:xfrm>
            <a:off x="9045923" y="1653575"/>
            <a:ext cx="2123951" cy="371482"/>
          </a:xfrm>
          <a:prstGeom prst="roundRect">
            <a:avLst>
              <a:gd name="adj" fmla="val 15539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46800" bIns="46800" anchor="ctr" anchorCtr="1">
            <a:normAutofit/>
          </a:bodyPr>
          <a:lstStyle/>
          <a:p>
            <a:pPr algn="ctr"/>
            <a:r>
              <a:rPr lang="zh-CN" altLang="en-US" sz="1600" b="1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目标</a:t>
            </a:r>
            <a:endParaRPr lang="zh-CN" altLang="en-US" sz="1600" b="1" dirty="0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29" name="iṩľíḑé"/>
          <p:cNvSpPr/>
          <p:nvPr/>
        </p:nvSpPr>
        <p:spPr bwMode="auto">
          <a:xfrm>
            <a:off x="9125618" y="2300064"/>
            <a:ext cx="2134750" cy="1512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rIns="90000" anchor="t" anchorCtr="0">
            <a:noAutofit/>
          </a:bodyPr>
          <a:lstStyle/>
          <a:p>
            <a:pPr>
              <a:lnSpc>
                <a:spcPct val="150000"/>
              </a:lnSpc>
            </a:pPr>
            <a:endParaRPr lang="en-US" altLang="zh-CN" dirty="0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21" name="TextBox 8"/>
          <p:cNvSpPr txBox="1"/>
          <p:nvPr/>
        </p:nvSpPr>
        <p:spPr>
          <a:xfrm>
            <a:off x="3228274" y="321159"/>
            <a:ext cx="2323973" cy="43088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zh-CN" altLang="en-US" sz="2800" b="1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个人发展规划</a:t>
            </a:r>
            <a:endParaRPr lang="zh-CN" altLang="en-US" sz="2800" b="1" dirty="0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24" name="iconfont-11790-5634312"/>
          <p:cNvSpPr>
            <a:spLocks noChangeAspect="1"/>
          </p:cNvSpPr>
          <p:nvPr/>
        </p:nvSpPr>
        <p:spPr bwMode="auto">
          <a:xfrm>
            <a:off x="2451096" y="235392"/>
            <a:ext cx="609525" cy="609685"/>
          </a:xfrm>
          <a:custGeom>
            <a:avLst/>
            <a:gdLst>
              <a:gd name="T0" fmla="*/ 3779 w 7964"/>
              <a:gd name="T1" fmla="*/ 2906 h 7964"/>
              <a:gd name="T2" fmla="*/ 2906 w 7964"/>
              <a:gd name="T3" fmla="*/ 3779 h 7964"/>
              <a:gd name="T4" fmla="*/ 3779 w 7964"/>
              <a:gd name="T5" fmla="*/ 4651 h 7964"/>
              <a:gd name="T6" fmla="*/ 4651 w 7964"/>
              <a:gd name="T7" fmla="*/ 3779 h 7964"/>
              <a:gd name="T8" fmla="*/ 3779 w 7964"/>
              <a:gd name="T9" fmla="*/ 2906 h 7964"/>
              <a:gd name="T10" fmla="*/ 4198 w 7964"/>
              <a:gd name="T11" fmla="*/ 3444 h 7964"/>
              <a:gd name="T12" fmla="*/ 3779 w 7964"/>
              <a:gd name="T13" fmla="*/ 3242 h 7964"/>
              <a:gd name="T14" fmla="*/ 3339 w 7964"/>
              <a:gd name="T15" fmla="*/ 3470 h 7964"/>
              <a:gd name="T16" fmla="*/ 3229 w 7964"/>
              <a:gd name="T17" fmla="*/ 3394 h 7964"/>
              <a:gd name="T18" fmla="*/ 3779 w 7964"/>
              <a:gd name="T19" fmla="*/ 3107 h 7964"/>
              <a:gd name="T20" fmla="*/ 4303 w 7964"/>
              <a:gd name="T21" fmla="*/ 3360 h 7964"/>
              <a:gd name="T22" fmla="*/ 4198 w 7964"/>
              <a:gd name="T23" fmla="*/ 3444 h 7964"/>
              <a:gd name="T24" fmla="*/ 7651 w 7964"/>
              <a:gd name="T25" fmla="*/ 2432 h 7964"/>
              <a:gd name="T26" fmla="*/ 6798 w 7964"/>
              <a:gd name="T27" fmla="*/ 1166 h 7964"/>
              <a:gd name="T28" fmla="*/ 5532 w 7964"/>
              <a:gd name="T29" fmla="*/ 313 h 7964"/>
              <a:gd name="T30" fmla="*/ 3982 w 7964"/>
              <a:gd name="T31" fmla="*/ 0 h 7964"/>
              <a:gd name="T32" fmla="*/ 2432 w 7964"/>
              <a:gd name="T33" fmla="*/ 313 h 7964"/>
              <a:gd name="T34" fmla="*/ 1166 w 7964"/>
              <a:gd name="T35" fmla="*/ 1166 h 7964"/>
              <a:gd name="T36" fmla="*/ 313 w 7964"/>
              <a:gd name="T37" fmla="*/ 2432 h 7964"/>
              <a:gd name="T38" fmla="*/ 0 w 7964"/>
              <a:gd name="T39" fmla="*/ 3982 h 7964"/>
              <a:gd name="T40" fmla="*/ 313 w 7964"/>
              <a:gd name="T41" fmla="*/ 5532 h 7964"/>
              <a:gd name="T42" fmla="*/ 1166 w 7964"/>
              <a:gd name="T43" fmla="*/ 6798 h 7964"/>
              <a:gd name="T44" fmla="*/ 2432 w 7964"/>
              <a:gd name="T45" fmla="*/ 7651 h 7964"/>
              <a:gd name="T46" fmla="*/ 3982 w 7964"/>
              <a:gd name="T47" fmla="*/ 7964 h 7964"/>
              <a:gd name="T48" fmla="*/ 5532 w 7964"/>
              <a:gd name="T49" fmla="*/ 7651 h 7964"/>
              <a:gd name="T50" fmla="*/ 6798 w 7964"/>
              <a:gd name="T51" fmla="*/ 6798 h 7964"/>
              <a:gd name="T52" fmla="*/ 7651 w 7964"/>
              <a:gd name="T53" fmla="*/ 5532 h 7964"/>
              <a:gd name="T54" fmla="*/ 7964 w 7964"/>
              <a:gd name="T55" fmla="*/ 3982 h 7964"/>
              <a:gd name="T56" fmla="*/ 7651 w 7964"/>
              <a:gd name="T57" fmla="*/ 2432 h 7964"/>
              <a:gd name="T58" fmla="*/ 5292 w 7964"/>
              <a:gd name="T59" fmla="*/ 5141 h 7964"/>
              <a:gd name="T60" fmla="*/ 5161 w 7964"/>
              <a:gd name="T61" fmla="*/ 5289 h 7964"/>
              <a:gd name="T62" fmla="*/ 4960 w 7964"/>
              <a:gd name="T63" fmla="*/ 5285 h 7964"/>
              <a:gd name="T64" fmla="*/ 4423 w 7964"/>
              <a:gd name="T65" fmla="*/ 4739 h 7964"/>
              <a:gd name="T66" fmla="*/ 4414 w 7964"/>
              <a:gd name="T67" fmla="*/ 4726 h 7964"/>
              <a:gd name="T68" fmla="*/ 3779 w 7964"/>
              <a:gd name="T69" fmla="*/ 4920 h 7964"/>
              <a:gd name="T70" fmla="*/ 2637 w 7964"/>
              <a:gd name="T71" fmla="*/ 3779 h 7964"/>
              <a:gd name="T72" fmla="*/ 3779 w 7964"/>
              <a:gd name="T73" fmla="*/ 2638 h 7964"/>
              <a:gd name="T74" fmla="*/ 4920 w 7964"/>
              <a:gd name="T75" fmla="*/ 3779 h 7964"/>
              <a:gd name="T76" fmla="*/ 4734 w 7964"/>
              <a:gd name="T77" fmla="*/ 4402 h 7964"/>
              <a:gd name="T78" fmla="*/ 4740 w 7964"/>
              <a:gd name="T79" fmla="*/ 4406 h 7964"/>
              <a:gd name="T80" fmla="*/ 5281 w 7964"/>
              <a:gd name="T81" fmla="*/ 4947 h 7964"/>
              <a:gd name="T82" fmla="*/ 5292 w 7964"/>
              <a:gd name="T83" fmla="*/ 5141 h 79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7964" h="7964">
                <a:moveTo>
                  <a:pt x="3779" y="2906"/>
                </a:moveTo>
                <a:cubicBezTo>
                  <a:pt x="3297" y="2906"/>
                  <a:pt x="2906" y="3297"/>
                  <a:pt x="2906" y="3779"/>
                </a:cubicBezTo>
                <a:cubicBezTo>
                  <a:pt x="2906" y="4260"/>
                  <a:pt x="3297" y="4651"/>
                  <a:pt x="3779" y="4651"/>
                </a:cubicBezTo>
                <a:cubicBezTo>
                  <a:pt x="4261" y="4651"/>
                  <a:pt x="4651" y="4260"/>
                  <a:pt x="4651" y="3779"/>
                </a:cubicBezTo>
                <a:cubicBezTo>
                  <a:pt x="4651" y="3297"/>
                  <a:pt x="4261" y="2906"/>
                  <a:pt x="3779" y="2906"/>
                </a:cubicBezTo>
                <a:close/>
                <a:moveTo>
                  <a:pt x="4198" y="3444"/>
                </a:moveTo>
                <a:cubicBezTo>
                  <a:pt x="4100" y="3321"/>
                  <a:pt x="3949" y="3242"/>
                  <a:pt x="3779" y="3242"/>
                </a:cubicBezTo>
                <a:cubicBezTo>
                  <a:pt x="3597" y="3242"/>
                  <a:pt x="3437" y="3332"/>
                  <a:pt x="3339" y="3470"/>
                </a:cubicBezTo>
                <a:lnTo>
                  <a:pt x="3229" y="3394"/>
                </a:lnTo>
                <a:cubicBezTo>
                  <a:pt x="3351" y="3221"/>
                  <a:pt x="3551" y="3107"/>
                  <a:pt x="3779" y="3107"/>
                </a:cubicBezTo>
                <a:cubicBezTo>
                  <a:pt x="3991" y="3107"/>
                  <a:pt x="4180" y="3206"/>
                  <a:pt x="4303" y="3360"/>
                </a:cubicBezTo>
                <a:lnTo>
                  <a:pt x="4198" y="3444"/>
                </a:lnTo>
                <a:close/>
                <a:moveTo>
                  <a:pt x="7651" y="2432"/>
                </a:moveTo>
                <a:cubicBezTo>
                  <a:pt x="7451" y="1958"/>
                  <a:pt x="7164" y="1532"/>
                  <a:pt x="6798" y="1166"/>
                </a:cubicBezTo>
                <a:cubicBezTo>
                  <a:pt x="6432" y="800"/>
                  <a:pt x="6006" y="513"/>
                  <a:pt x="5532" y="313"/>
                </a:cubicBezTo>
                <a:cubicBezTo>
                  <a:pt x="5041" y="105"/>
                  <a:pt x="4520" y="0"/>
                  <a:pt x="3982" y="0"/>
                </a:cubicBezTo>
                <a:cubicBezTo>
                  <a:pt x="3444" y="0"/>
                  <a:pt x="2923" y="105"/>
                  <a:pt x="2432" y="313"/>
                </a:cubicBezTo>
                <a:cubicBezTo>
                  <a:pt x="1958" y="513"/>
                  <a:pt x="1532" y="800"/>
                  <a:pt x="1166" y="1166"/>
                </a:cubicBezTo>
                <a:cubicBezTo>
                  <a:pt x="800" y="1532"/>
                  <a:pt x="513" y="1958"/>
                  <a:pt x="313" y="2432"/>
                </a:cubicBezTo>
                <a:cubicBezTo>
                  <a:pt x="105" y="2923"/>
                  <a:pt x="0" y="3444"/>
                  <a:pt x="0" y="3982"/>
                </a:cubicBezTo>
                <a:cubicBezTo>
                  <a:pt x="0" y="4520"/>
                  <a:pt x="105" y="5041"/>
                  <a:pt x="313" y="5532"/>
                </a:cubicBezTo>
                <a:cubicBezTo>
                  <a:pt x="513" y="6006"/>
                  <a:pt x="800" y="6432"/>
                  <a:pt x="1166" y="6798"/>
                </a:cubicBezTo>
                <a:cubicBezTo>
                  <a:pt x="1532" y="7164"/>
                  <a:pt x="1958" y="7451"/>
                  <a:pt x="2432" y="7651"/>
                </a:cubicBezTo>
                <a:cubicBezTo>
                  <a:pt x="2923" y="7859"/>
                  <a:pt x="3444" y="7964"/>
                  <a:pt x="3982" y="7964"/>
                </a:cubicBezTo>
                <a:cubicBezTo>
                  <a:pt x="4520" y="7964"/>
                  <a:pt x="5041" y="7859"/>
                  <a:pt x="5532" y="7651"/>
                </a:cubicBezTo>
                <a:cubicBezTo>
                  <a:pt x="6006" y="7451"/>
                  <a:pt x="6432" y="7164"/>
                  <a:pt x="6798" y="6798"/>
                </a:cubicBezTo>
                <a:cubicBezTo>
                  <a:pt x="7164" y="6432"/>
                  <a:pt x="7451" y="6006"/>
                  <a:pt x="7651" y="5532"/>
                </a:cubicBezTo>
                <a:cubicBezTo>
                  <a:pt x="7859" y="5041"/>
                  <a:pt x="7964" y="4520"/>
                  <a:pt x="7964" y="3982"/>
                </a:cubicBezTo>
                <a:cubicBezTo>
                  <a:pt x="7964" y="3444"/>
                  <a:pt x="7859" y="2923"/>
                  <a:pt x="7651" y="2432"/>
                </a:cubicBezTo>
                <a:close/>
                <a:moveTo>
                  <a:pt x="5292" y="5141"/>
                </a:moveTo>
                <a:lnTo>
                  <a:pt x="5161" y="5289"/>
                </a:lnTo>
                <a:cubicBezTo>
                  <a:pt x="5109" y="5342"/>
                  <a:pt x="5013" y="5337"/>
                  <a:pt x="4960" y="5285"/>
                </a:cubicBezTo>
                <a:lnTo>
                  <a:pt x="4423" y="4739"/>
                </a:lnTo>
                <a:cubicBezTo>
                  <a:pt x="4419" y="4736"/>
                  <a:pt x="4417" y="4730"/>
                  <a:pt x="4414" y="4726"/>
                </a:cubicBezTo>
                <a:cubicBezTo>
                  <a:pt x="4232" y="4848"/>
                  <a:pt x="4014" y="4920"/>
                  <a:pt x="3779" y="4920"/>
                </a:cubicBezTo>
                <a:cubicBezTo>
                  <a:pt x="3148" y="4920"/>
                  <a:pt x="2637" y="4409"/>
                  <a:pt x="2637" y="3779"/>
                </a:cubicBezTo>
                <a:cubicBezTo>
                  <a:pt x="2637" y="3148"/>
                  <a:pt x="3148" y="2638"/>
                  <a:pt x="3779" y="2638"/>
                </a:cubicBezTo>
                <a:cubicBezTo>
                  <a:pt x="4409" y="2638"/>
                  <a:pt x="4920" y="3148"/>
                  <a:pt x="4920" y="3779"/>
                </a:cubicBezTo>
                <a:cubicBezTo>
                  <a:pt x="4920" y="4009"/>
                  <a:pt x="4851" y="4223"/>
                  <a:pt x="4734" y="4402"/>
                </a:cubicBezTo>
                <a:cubicBezTo>
                  <a:pt x="4736" y="4404"/>
                  <a:pt x="4738" y="4404"/>
                  <a:pt x="4740" y="4406"/>
                </a:cubicBezTo>
                <a:lnTo>
                  <a:pt x="5281" y="4947"/>
                </a:lnTo>
                <a:cubicBezTo>
                  <a:pt x="5334" y="5000"/>
                  <a:pt x="5345" y="5089"/>
                  <a:pt x="5292" y="514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2" name="íšļidè"/>
          <p:cNvSpPr/>
          <p:nvPr/>
        </p:nvSpPr>
        <p:spPr bwMode="auto">
          <a:xfrm>
            <a:off x="9040523" y="2298274"/>
            <a:ext cx="2134750" cy="1512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rIns="90000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理解电机控制</a:t>
            </a:r>
            <a:r>
              <a:rPr lang="en-US" altLang="zh-CN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Id = 0</a:t>
            </a:r>
            <a:r>
              <a:rPr lang="zh-CN" altLang="en-US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控制</a:t>
            </a:r>
            <a:r>
              <a:rPr lang="en-US" altLang="zh-CN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,MTPA</a:t>
            </a:r>
            <a:r>
              <a:rPr lang="zh-CN" altLang="en-US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控制等控制方式的原理，以及程序相关参数的作用机制。</a:t>
            </a:r>
            <a:endParaRPr lang="en-US" altLang="zh-CN" dirty="0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566" y="140834"/>
            <a:ext cx="2158091" cy="787173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937260" y="3914140"/>
            <a:ext cx="2134235" cy="2978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学习电机</a:t>
            </a:r>
            <a:r>
              <a:rPr lang="zh-CN" altLang="en-US"/>
              <a:t>标定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/>
      <p:bldP spid="22" grpId="0" animBg="1"/>
      <p:bldP spid="23" grpId="0"/>
      <p:bldP spid="25" grpId="0" animBg="1"/>
      <p:bldP spid="26" grpId="0"/>
      <p:bldP spid="28" grpId="0" animBg="1"/>
      <p:bldP spid="29" grpId="0"/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/>
          <p:nvPr/>
        </p:nvCxnSpPr>
        <p:spPr>
          <a:xfrm flipV="1">
            <a:off x="3367359" y="2299654"/>
            <a:ext cx="0" cy="2697367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ïṣ1iďé"/>
          <p:cNvSpPr/>
          <p:nvPr/>
        </p:nvSpPr>
        <p:spPr>
          <a:xfrm>
            <a:off x="937032" y="1653575"/>
            <a:ext cx="2123951" cy="371482"/>
          </a:xfrm>
          <a:prstGeom prst="roundRect">
            <a:avLst>
              <a:gd name="adj" fmla="val 1553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46800" bIns="46800" anchor="ctr" anchorCtr="1">
            <a:normAutofit/>
          </a:bodyPr>
          <a:lstStyle/>
          <a:p>
            <a:pPr algn="ctr"/>
            <a:r>
              <a:rPr lang="zh-CN" altLang="en-US" sz="1600" b="1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计划项</a:t>
            </a:r>
            <a:endParaRPr lang="zh-CN" altLang="en-US" sz="1600" b="1" dirty="0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18" name="iṧļiḍé"/>
          <p:cNvSpPr/>
          <p:nvPr/>
        </p:nvSpPr>
        <p:spPr bwMode="auto">
          <a:xfrm>
            <a:off x="983091" y="2298274"/>
            <a:ext cx="2031831" cy="1512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rIns="90000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提高代码编程能力</a:t>
            </a:r>
            <a:endParaRPr lang="zh-CN" altLang="en-US" dirty="0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cxnSp>
        <p:nvCxnSpPr>
          <p:cNvPr id="19" name="直接连接符 18"/>
          <p:cNvCxnSpPr/>
          <p:nvPr/>
        </p:nvCxnSpPr>
        <p:spPr>
          <a:xfrm flipV="1">
            <a:off x="6024241" y="2299654"/>
            <a:ext cx="0" cy="2697367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 flipV="1">
            <a:off x="8721721" y="2299654"/>
            <a:ext cx="0" cy="2697367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iŝ1îḋé"/>
          <p:cNvSpPr/>
          <p:nvPr/>
        </p:nvSpPr>
        <p:spPr>
          <a:xfrm>
            <a:off x="3644396" y="1653575"/>
            <a:ext cx="2123951" cy="371482"/>
          </a:xfrm>
          <a:prstGeom prst="roundRect">
            <a:avLst>
              <a:gd name="adj" fmla="val 15539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46800" bIns="46800" anchor="ctr" anchorCtr="1">
            <a:normAutofit/>
          </a:bodyPr>
          <a:lstStyle/>
          <a:p>
            <a:pPr algn="ctr"/>
            <a:r>
              <a:rPr lang="zh-CN" altLang="en-US" sz="1600" b="1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时间</a:t>
            </a:r>
            <a:endParaRPr lang="zh-CN" altLang="en-US" sz="1600" b="1" dirty="0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23" name="ïśļîḋe"/>
          <p:cNvSpPr/>
          <p:nvPr/>
        </p:nvSpPr>
        <p:spPr bwMode="auto">
          <a:xfrm>
            <a:off x="3948833" y="2298274"/>
            <a:ext cx="1515076" cy="1512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rIns="90000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2025</a:t>
            </a:r>
            <a:r>
              <a:rPr lang="zh-CN" altLang="en-US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年</a:t>
            </a:r>
            <a:r>
              <a:rPr lang="en-US" altLang="zh-CN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12</a:t>
            </a:r>
            <a:r>
              <a:rPr lang="zh-CN" altLang="en-US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月</a:t>
            </a:r>
            <a:r>
              <a:rPr lang="en-US" altLang="zh-CN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-2026</a:t>
            </a:r>
            <a:r>
              <a:rPr lang="zh-CN" altLang="en-US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年</a:t>
            </a:r>
            <a:r>
              <a:rPr lang="en-US" altLang="zh-CN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12</a:t>
            </a:r>
            <a:r>
              <a:rPr lang="zh-CN" altLang="en-US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月</a:t>
            </a:r>
            <a:endParaRPr lang="en-US" altLang="zh-CN" dirty="0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25" name="îṥḻîdê"/>
          <p:cNvSpPr/>
          <p:nvPr/>
        </p:nvSpPr>
        <p:spPr>
          <a:xfrm>
            <a:off x="6351760" y="1653575"/>
            <a:ext cx="2123951" cy="371482"/>
          </a:xfrm>
          <a:prstGeom prst="roundRect">
            <a:avLst>
              <a:gd name="adj" fmla="val 1553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46800" bIns="46800" anchor="ctr" anchorCtr="1">
            <a:normAutofit/>
          </a:bodyPr>
          <a:lstStyle/>
          <a:p>
            <a:pPr algn="ctr"/>
            <a:r>
              <a:rPr lang="zh-CN" altLang="en-US" sz="1600" b="1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方法</a:t>
            </a:r>
            <a:endParaRPr lang="zh-CN" altLang="en-US" sz="1600" b="1" dirty="0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26" name="íšļidè"/>
          <p:cNvSpPr/>
          <p:nvPr/>
        </p:nvSpPr>
        <p:spPr bwMode="auto">
          <a:xfrm>
            <a:off x="6340961" y="2298274"/>
            <a:ext cx="2134750" cy="1512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rIns="90000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黑体" panose="02010609060101010101" charset="-122"/>
                <a:ea typeface="黑体" panose="02010609060101010101" charset="-122"/>
                <a:cs typeface="+mn-ea"/>
                <a:sym typeface="Calibri" panose="020F0502020204030204" pitchFamily="34" charset="0"/>
              </a:rPr>
              <a:t>阅读代码相关书籍，</a:t>
            </a:r>
            <a:endParaRPr lang="en-US" altLang="zh-CN" dirty="0">
              <a:latin typeface="黑体" panose="02010609060101010101" charset="-122"/>
              <a:ea typeface="黑体" panose="02010609060101010101" charset="-122"/>
              <a:cs typeface="+mn-ea"/>
              <a:sym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黑体" panose="02010609060101010101" charset="-122"/>
                <a:ea typeface="黑体" panose="02010609060101010101" charset="-122"/>
                <a:cs typeface="+mn-ea"/>
                <a:sym typeface="Calibri" panose="020F0502020204030204" pitchFamily="34" charset="0"/>
              </a:rPr>
              <a:t>多阅读一些优质代码，多尝试编程练习。</a:t>
            </a:r>
            <a:endParaRPr lang="en-US" altLang="zh-CN" dirty="0">
              <a:latin typeface="黑体" panose="02010609060101010101" charset="-122"/>
              <a:ea typeface="黑体" panose="02010609060101010101" charset="-122"/>
              <a:cs typeface="+mn-ea"/>
              <a:sym typeface="Calibri" panose="020F0502020204030204" pitchFamily="34" charset="0"/>
            </a:endParaRPr>
          </a:p>
        </p:txBody>
      </p:sp>
      <p:sp>
        <p:nvSpPr>
          <p:cNvPr id="28" name="ï$ľídé"/>
          <p:cNvSpPr/>
          <p:nvPr/>
        </p:nvSpPr>
        <p:spPr>
          <a:xfrm>
            <a:off x="9045923" y="1653575"/>
            <a:ext cx="2123951" cy="371482"/>
          </a:xfrm>
          <a:prstGeom prst="roundRect">
            <a:avLst>
              <a:gd name="adj" fmla="val 15539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46800" bIns="46800" anchor="ctr" anchorCtr="1">
            <a:normAutofit/>
          </a:bodyPr>
          <a:lstStyle/>
          <a:p>
            <a:pPr algn="ctr"/>
            <a:r>
              <a:rPr lang="zh-CN" altLang="en-US" sz="1600" b="1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目标</a:t>
            </a:r>
            <a:endParaRPr lang="zh-CN" altLang="en-US" sz="1600" b="1" dirty="0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29" name="iṩľíḑé"/>
          <p:cNvSpPr/>
          <p:nvPr/>
        </p:nvSpPr>
        <p:spPr bwMode="auto">
          <a:xfrm>
            <a:off x="9125618" y="2300064"/>
            <a:ext cx="2134750" cy="1512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rIns="90000" anchor="t" anchorCtr="0">
            <a:noAutofit/>
          </a:bodyPr>
          <a:lstStyle/>
          <a:p>
            <a:pPr>
              <a:lnSpc>
                <a:spcPct val="150000"/>
              </a:lnSpc>
            </a:pPr>
            <a:endParaRPr lang="en-US" altLang="zh-CN" dirty="0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21" name="TextBox 8"/>
          <p:cNvSpPr txBox="1"/>
          <p:nvPr/>
        </p:nvSpPr>
        <p:spPr>
          <a:xfrm>
            <a:off x="3228274" y="321159"/>
            <a:ext cx="2323973" cy="43088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zh-CN" altLang="en-US" sz="2800" b="1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个人发展规划</a:t>
            </a:r>
            <a:endParaRPr lang="zh-CN" altLang="en-US" sz="2800" b="1" dirty="0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24" name="iconfont-11790-5634312"/>
          <p:cNvSpPr>
            <a:spLocks noChangeAspect="1"/>
          </p:cNvSpPr>
          <p:nvPr/>
        </p:nvSpPr>
        <p:spPr bwMode="auto">
          <a:xfrm>
            <a:off x="2451096" y="235392"/>
            <a:ext cx="609525" cy="609685"/>
          </a:xfrm>
          <a:custGeom>
            <a:avLst/>
            <a:gdLst>
              <a:gd name="T0" fmla="*/ 3779 w 7964"/>
              <a:gd name="T1" fmla="*/ 2906 h 7964"/>
              <a:gd name="T2" fmla="*/ 2906 w 7964"/>
              <a:gd name="T3" fmla="*/ 3779 h 7964"/>
              <a:gd name="T4" fmla="*/ 3779 w 7964"/>
              <a:gd name="T5" fmla="*/ 4651 h 7964"/>
              <a:gd name="T6" fmla="*/ 4651 w 7964"/>
              <a:gd name="T7" fmla="*/ 3779 h 7964"/>
              <a:gd name="T8" fmla="*/ 3779 w 7964"/>
              <a:gd name="T9" fmla="*/ 2906 h 7964"/>
              <a:gd name="T10" fmla="*/ 4198 w 7964"/>
              <a:gd name="T11" fmla="*/ 3444 h 7964"/>
              <a:gd name="T12" fmla="*/ 3779 w 7964"/>
              <a:gd name="T13" fmla="*/ 3242 h 7964"/>
              <a:gd name="T14" fmla="*/ 3339 w 7964"/>
              <a:gd name="T15" fmla="*/ 3470 h 7964"/>
              <a:gd name="T16" fmla="*/ 3229 w 7964"/>
              <a:gd name="T17" fmla="*/ 3394 h 7964"/>
              <a:gd name="T18" fmla="*/ 3779 w 7964"/>
              <a:gd name="T19" fmla="*/ 3107 h 7964"/>
              <a:gd name="T20" fmla="*/ 4303 w 7964"/>
              <a:gd name="T21" fmla="*/ 3360 h 7964"/>
              <a:gd name="T22" fmla="*/ 4198 w 7964"/>
              <a:gd name="T23" fmla="*/ 3444 h 7964"/>
              <a:gd name="T24" fmla="*/ 7651 w 7964"/>
              <a:gd name="T25" fmla="*/ 2432 h 7964"/>
              <a:gd name="T26" fmla="*/ 6798 w 7964"/>
              <a:gd name="T27" fmla="*/ 1166 h 7964"/>
              <a:gd name="T28" fmla="*/ 5532 w 7964"/>
              <a:gd name="T29" fmla="*/ 313 h 7964"/>
              <a:gd name="T30" fmla="*/ 3982 w 7964"/>
              <a:gd name="T31" fmla="*/ 0 h 7964"/>
              <a:gd name="T32" fmla="*/ 2432 w 7964"/>
              <a:gd name="T33" fmla="*/ 313 h 7964"/>
              <a:gd name="T34" fmla="*/ 1166 w 7964"/>
              <a:gd name="T35" fmla="*/ 1166 h 7964"/>
              <a:gd name="T36" fmla="*/ 313 w 7964"/>
              <a:gd name="T37" fmla="*/ 2432 h 7964"/>
              <a:gd name="T38" fmla="*/ 0 w 7964"/>
              <a:gd name="T39" fmla="*/ 3982 h 7964"/>
              <a:gd name="T40" fmla="*/ 313 w 7964"/>
              <a:gd name="T41" fmla="*/ 5532 h 7964"/>
              <a:gd name="T42" fmla="*/ 1166 w 7964"/>
              <a:gd name="T43" fmla="*/ 6798 h 7964"/>
              <a:gd name="T44" fmla="*/ 2432 w 7964"/>
              <a:gd name="T45" fmla="*/ 7651 h 7964"/>
              <a:gd name="T46" fmla="*/ 3982 w 7964"/>
              <a:gd name="T47" fmla="*/ 7964 h 7964"/>
              <a:gd name="T48" fmla="*/ 5532 w 7964"/>
              <a:gd name="T49" fmla="*/ 7651 h 7964"/>
              <a:gd name="T50" fmla="*/ 6798 w 7964"/>
              <a:gd name="T51" fmla="*/ 6798 h 7964"/>
              <a:gd name="T52" fmla="*/ 7651 w 7964"/>
              <a:gd name="T53" fmla="*/ 5532 h 7964"/>
              <a:gd name="T54" fmla="*/ 7964 w 7964"/>
              <a:gd name="T55" fmla="*/ 3982 h 7964"/>
              <a:gd name="T56" fmla="*/ 7651 w 7964"/>
              <a:gd name="T57" fmla="*/ 2432 h 7964"/>
              <a:gd name="T58" fmla="*/ 5292 w 7964"/>
              <a:gd name="T59" fmla="*/ 5141 h 7964"/>
              <a:gd name="T60" fmla="*/ 5161 w 7964"/>
              <a:gd name="T61" fmla="*/ 5289 h 7964"/>
              <a:gd name="T62" fmla="*/ 4960 w 7964"/>
              <a:gd name="T63" fmla="*/ 5285 h 7964"/>
              <a:gd name="T64" fmla="*/ 4423 w 7964"/>
              <a:gd name="T65" fmla="*/ 4739 h 7964"/>
              <a:gd name="T66" fmla="*/ 4414 w 7964"/>
              <a:gd name="T67" fmla="*/ 4726 h 7964"/>
              <a:gd name="T68" fmla="*/ 3779 w 7964"/>
              <a:gd name="T69" fmla="*/ 4920 h 7964"/>
              <a:gd name="T70" fmla="*/ 2637 w 7964"/>
              <a:gd name="T71" fmla="*/ 3779 h 7964"/>
              <a:gd name="T72" fmla="*/ 3779 w 7964"/>
              <a:gd name="T73" fmla="*/ 2638 h 7964"/>
              <a:gd name="T74" fmla="*/ 4920 w 7964"/>
              <a:gd name="T75" fmla="*/ 3779 h 7964"/>
              <a:gd name="T76" fmla="*/ 4734 w 7964"/>
              <a:gd name="T77" fmla="*/ 4402 h 7964"/>
              <a:gd name="T78" fmla="*/ 4740 w 7964"/>
              <a:gd name="T79" fmla="*/ 4406 h 7964"/>
              <a:gd name="T80" fmla="*/ 5281 w 7964"/>
              <a:gd name="T81" fmla="*/ 4947 h 7964"/>
              <a:gd name="T82" fmla="*/ 5292 w 7964"/>
              <a:gd name="T83" fmla="*/ 5141 h 79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7964" h="7964">
                <a:moveTo>
                  <a:pt x="3779" y="2906"/>
                </a:moveTo>
                <a:cubicBezTo>
                  <a:pt x="3297" y="2906"/>
                  <a:pt x="2906" y="3297"/>
                  <a:pt x="2906" y="3779"/>
                </a:cubicBezTo>
                <a:cubicBezTo>
                  <a:pt x="2906" y="4260"/>
                  <a:pt x="3297" y="4651"/>
                  <a:pt x="3779" y="4651"/>
                </a:cubicBezTo>
                <a:cubicBezTo>
                  <a:pt x="4261" y="4651"/>
                  <a:pt x="4651" y="4260"/>
                  <a:pt x="4651" y="3779"/>
                </a:cubicBezTo>
                <a:cubicBezTo>
                  <a:pt x="4651" y="3297"/>
                  <a:pt x="4261" y="2906"/>
                  <a:pt x="3779" y="2906"/>
                </a:cubicBezTo>
                <a:close/>
                <a:moveTo>
                  <a:pt x="4198" y="3444"/>
                </a:moveTo>
                <a:cubicBezTo>
                  <a:pt x="4100" y="3321"/>
                  <a:pt x="3949" y="3242"/>
                  <a:pt x="3779" y="3242"/>
                </a:cubicBezTo>
                <a:cubicBezTo>
                  <a:pt x="3597" y="3242"/>
                  <a:pt x="3437" y="3332"/>
                  <a:pt x="3339" y="3470"/>
                </a:cubicBezTo>
                <a:lnTo>
                  <a:pt x="3229" y="3394"/>
                </a:lnTo>
                <a:cubicBezTo>
                  <a:pt x="3351" y="3221"/>
                  <a:pt x="3551" y="3107"/>
                  <a:pt x="3779" y="3107"/>
                </a:cubicBezTo>
                <a:cubicBezTo>
                  <a:pt x="3991" y="3107"/>
                  <a:pt x="4180" y="3206"/>
                  <a:pt x="4303" y="3360"/>
                </a:cubicBezTo>
                <a:lnTo>
                  <a:pt x="4198" y="3444"/>
                </a:lnTo>
                <a:close/>
                <a:moveTo>
                  <a:pt x="7651" y="2432"/>
                </a:moveTo>
                <a:cubicBezTo>
                  <a:pt x="7451" y="1958"/>
                  <a:pt x="7164" y="1532"/>
                  <a:pt x="6798" y="1166"/>
                </a:cubicBezTo>
                <a:cubicBezTo>
                  <a:pt x="6432" y="800"/>
                  <a:pt x="6006" y="513"/>
                  <a:pt x="5532" y="313"/>
                </a:cubicBezTo>
                <a:cubicBezTo>
                  <a:pt x="5041" y="105"/>
                  <a:pt x="4520" y="0"/>
                  <a:pt x="3982" y="0"/>
                </a:cubicBezTo>
                <a:cubicBezTo>
                  <a:pt x="3444" y="0"/>
                  <a:pt x="2923" y="105"/>
                  <a:pt x="2432" y="313"/>
                </a:cubicBezTo>
                <a:cubicBezTo>
                  <a:pt x="1958" y="513"/>
                  <a:pt x="1532" y="800"/>
                  <a:pt x="1166" y="1166"/>
                </a:cubicBezTo>
                <a:cubicBezTo>
                  <a:pt x="800" y="1532"/>
                  <a:pt x="513" y="1958"/>
                  <a:pt x="313" y="2432"/>
                </a:cubicBezTo>
                <a:cubicBezTo>
                  <a:pt x="105" y="2923"/>
                  <a:pt x="0" y="3444"/>
                  <a:pt x="0" y="3982"/>
                </a:cubicBezTo>
                <a:cubicBezTo>
                  <a:pt x="0" y="4520"/>
                  <a:pt x="105" y="5041"/>
                  <a:pt x="313" y="5532"/>
                </a:cubicBezTo>
                <a:cubicBezTo>
                  <a:pt x="513" y="6006"/>
                  <a:pt x="800" y="6432"/>
                  <a:pt x="1166" y="6798"/>
                </a:cubicBezTo>
                <a:cubicBezTo>
                  <a:pt x="1532" y="7164"/>
                  <a:pt x="1958" y="7451"/>
                  <a:pt x="2432" y="7651"/>
                </a:cubicBezTo>
                <a:cubicBezTo>
                  <a:pt x="2923" y="7859"/>
                  <a:pt x="3444" y="7964"/>
                  <a:pt x="3982" y="7964"/>
                </a:cubicBezTo>
                <a:cubicBezTo>
                  <a:pt x="4520" y="7964"/>
                  <a:pt x="5041" y="7859"/>
                  <a:pt x="5532" y="7651"/>
                </a:cubicBezTo>
                <a:cubicBezTo>
                  <a:pt x="6006" y="7451"/>
                  <a:pt x="6432" y="7164"/>
                  <a:pt x="6798" y="6798"/>
                </a:cubicBezTo>
                <a:cubicBezTo>
                  <a:pt x="7164" y="6432"/>
                  <a:pt x="7451" y="6006"/>
                  <a:pt x="7651" y="5532"/>
                </a:cubicBezTo>
                <a:cubicBezTo>
                  <a:pt x="7859" y="5041"/>
                  <a:pt x="7964" y="4520"/>
                  <a:pt x="7964" y="3982"/>
                </a:cubicBezTo>
                <a:cubicBezTo>
                  <a:pt x="7964" y="3444"/>
                  <a:pt x="7859" y="2923"/>
                  <a:pt x="7651" y="2432"/>
                </a:cubicBezTo>
                <a:close/>
                <a:moveTo>
                  <a:pt x="5292" y="5141"/>
                </a:moveTo>
                <a:lnTo>
                  <a:pt x="5161" y="5289"/>
                </a:lnTo>
                <a:cubicBezTo>
                  <a:pt x="5109" y="5342"/>
                  <a:pt x="5013" y="5337"/>
                  <a:pt x="4960" y="5285"/>
                </a:cubicBezTo>
                <a:lnTo>
                  <a:pt x="4423" y="4739"/>
                </a:lnTo>
                <a:cubicBezTo>
                  <a:pt x="4419" y="4736"/>
                  <a:pt x="4417" y="4730"/>
                  <a:pt x="4414" y="4726"/>
                </a:cubicBezTo>
                <a:cubicBezTo>
                  <a:pt x="4232" y="4848"/>
                  <a:pt x="4014" y="4920"/>
                  <a:pt x="3779" y="4920"/>
                </a:cubicBezTo>
                <a:cubicBezTo>
                  <a:pt x="3148" y="4920"/>
                  <a:pt x="2637" y="4409"/>
                  <a:pt x="2637" y="3779"/>
                </a:cubicBezTo>
                <a:cubicBezTo>
                  <a:pt x="2637" y="3148"/>
                  <a:pt x="3148" y="2638"/>
                  <a:pt x="3779" y="2638"/>
                </a:cubicBezTo>
                <a:cubicBezTo>
                  <a:pt x="4409" y="2638"/>
                  <a:pt x="4920" y="3148"/>
                  <a:pt x="4920" y="3779"/>
                </a:cubicBezTo>
                <a:cubicBezTo>
                  <a:pt x="4920" y="4009"/>
                  <a:pt x="4851" y="4223"/>
                  <a:pt x="4734" y="4402"/>
                </a:cubicBezTo>
                <a:cubicBezTo>
                  <a:pt x="4736" y="4404"/>
                  <a:pt x="4738" y="4404"/>
                  <a:pt x="4740" y="4406"/>
                </a:cubicBezTo>
                <a:lnTo>
                  <a:pt x="5281" y="4947"/>
                </a:lnTo>
                <a:cubicBezTo>
                  <a:pt x="5334" y="5000"/>
                  <a:pt x="5345" y="5089"/>
                  <a:pt x="5292" y="514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2" name="íšļidè"/>
          <p:cNvSpPr/>
          <p:nvPr/>
        </p:nvSpPr>
        <p:spPr bwMode="auto">
          <a:xfrm>
            <a:off x="9040523" y="2298274"/>
            <a:ext cx="2134750" cy="1512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rIns="90000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保证代码的可读性以及逻辑处理的实时性。</a:t>
            </a:r>
            <a:endParaRPr lang="en-US" altLang="zh-CN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55363" y="4493757"/>
            <a:ext cx="20318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提高规划以及总结的软能力</a:t>
            </a:r>
            <a:endParaRPr lang="zh-CN" altLang="en-US" dirty="0"/>
          </a:p>
        </p:txBody>
      </p:sp>
      <p:sp>
        <p:nvSpPr>
          <p:cNvPr id="11" name="ïśļîḋe"/>
          <p:cNvSpPr/>
          <p:nvPr/>
        </p:nvSpPr>
        <p:spPr bwMode="auto">
          <a:xfrm>
            <a:off x="3908015" y="4240937"/>
            <a:ext cx="1515076" cy="8749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rIns="90000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2026</a:t>
            </a:r>
            <a:r>
              <a:rPr lang="zh-CN" altLang="en-US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年</a:t>
            </a:r>
            <a:r>
              <a:rPr lang="en-US" altLang="zh-CN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12</a:t>
            </a:r>
            <a:r>
              <a:rPr lang="zh-CN" altLang="en-US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月</a:t>
            </a:r>
            <a:r>
              <a:rPr lang="en-US" altLang="zh-CN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-2026</a:t>
            </a:r>
            <a:r>
              <a:rPr lang="zh-CN" altLang="en-US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年</a:t>
            </a:r>
            <a:r>
              <a:rPr lang="en-US" altLang="zh-CN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12</a:t>
            </a:r>
            <a:r>
              <a:rPr lang="zh-CN" altLang="en-US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月</a:t>
            </a:r>
            <a:endParaRPr lang="en-US" altLang="zh-CN" dirty="0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316102" y="4152334"/>
            <a:ext cx="2123951" cy="1273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黑体" panose="02010609060101010101" charset="-122"/>
                <a:ea typeface="黑体" panose="02010609060101010101" charset="-122"/>
                <a:cs typeface="+mn-ea"/>
                <a:sym typeface="Calibri" panose="020F0502020204030204" pitchFamily="34" charset="0"/>
              </a:rPr>
              <a:t>在平时工作时，多用做规划，多记录，多总结。</a:t>
            </a:r>
            <a:endParaRPr lang="en-US" altLang="zh-CN" dirty="0">
              <a:latin typeface="黑体" panose="02010609060101010101" charset="-122"/>
              <a:ea typeface="黑体" panose="02010609060101010101" charset="-122"/>
              <a:cs typeface="+mn-ea"/>
              <a:sym typeface="Calibri" panose="020F0502020204030204" pitchFamily="3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9003390" y="4249234"/>
            <a:ext cx="2209015" cy="16893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逻辑清晰的进行开发过程的沟通交流，以及高效的文档输出。</a:t>
            </a:r>
            <a:endParaRPr lang="en-US" altLang="zh-CN" dirty="0"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566" y="140834"/>
            <a:ext cx="2158091" cy="78717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2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/>
      <p:bldP spid="22" grpId="0" animBg="1"/>
      <p:bldP spid="23" grpId="0"/>
      <p:bldP spid="25" grpId="0" animBg="1"/>
      <p:bldP spid="26" grpId="0"/>
      <p:bldP spid="28" grpId="0" animBg="1"/>
      <p:bldP spid="29" grpId="0"/>
      <p:bldP spid="2" grpId="0"/>
      <p:bldP spid="8" grpId="0"/>
      <p:bldP spid="11" grpId="0"/>
      <p:bldP spid="1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5"/>
          <p:cNvSpPr>
            <a:spLocks noChangeAspect="1"/>
          </p:cNvSpPr>
          <p:nvPr/>
        </p:nvSpPr>
        <p:spPr>
          <a:xfrm>
            <a:off x="573578" y="2038847"/>
            <a:ext cx="4521749" cy="2645110"/>
          </a:xfrm>
          <a:prstGeom prst="roundRect">
            <a:avLst/>
          </a:prstGeom>
          <a:blipFill dpi="0" rotWithShape="1">
            <a:blip r:embed="rId1" cstate="print"/>
            <a:srcRect/>
            <a:stretch>
              <a:fillRect/>
            </a:stretch>
          </a:blipFill>
          <a:ln w="635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0" b="1" dirty="0">
                <a:solidFill>
                  <a:schemeClr val="tx1"/>
                </a:solidFill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PART 04</a:t>
            </a:r>
            <a:endParaRPr lang="zh-CN" altLang="en-US" sz="6000" b="1" dirty="0">
              <a:solidFill>
                <a:schemeClr val="tx1"/>
              </a:solidFill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7" name="任意多边形 57"/>
          <p:cNvSpPr>
            <a:spLocks noChangeAspect="1"/>
          </p:cNvSpPr>
          <p:nvPr/>
        </p:nvSpPr>
        <p:spPr>
          <a:xfrm>
            <a:off x="5547630" y="2044228"/>
            <a:ext cx="6080490" cy="2639729"/>
          </a:xfrm>
          <a:prstGeom prst="roundRect">
            <a:avLst/>
          </a:prstGeom>
          <a:solidFill>
            <a:schemeClr val="accent5"/>
          </a:solidFill>
          <a:ln w="635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6000" b="1" spc="1200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对公司企业文化的心得</a:t>
            </a:r>
            <a:endParaRPr lang="zh-CN" altLang="en-US" sz="6000" b="1" spc="1200" dirty="0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566" y="140834"/>
            <a:ext cx="2158091" cy="78717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7" grpId="0" bldLvl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H_Other_4"/>
          <p:cNvSpPr/>
          <p:nvPr/>
        </p:nvSpPr>
        <p:spPr>
          <a:xfrm rot="2700000">
            <a:off x="7175380" y="1898488"/>
            <a:ext cx="410495" cy="410493"/>
          </a:xfrm>
          <a:prstGeom prst="rect">
            <a:avLst/>
          </a:prstGeom>
          <a:solidFill>
            <a:schemeClr val="accent5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sz="1900" kern="0" dirty="0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3" name="MH_Other_8"/>
          <p:cNvSpPr/>
          <p:nvPr/>
        </p:nvSpPr>
        <p:spPr>
          <a:xfrm rot="2700000">
            <a:off x="4625350" y="4806322"/>
            <a:ext cx="410495" cy="410493"/>
          </a:xfrm>
          <a:prstGeom prst="rect">
            <a:avLst/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sz="1900" kern="0" dirty="0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4" name="MH_Other_19"/>
          <p:cNvSpPr/>
          <p:nvPr/>
        </p:nvSpPr>
        <p:spPr>
          <a:xfrm rot="2700000">
            <a:off x="4625624" y="1899367"/>
            <a:ext cx="409552" cy="411141"/>
          </a:xfrm>
          <a:prstGeom prst="rect">
            <a:avLst/>
          </a:prstGeom>
          <a:solidFill>
            <a:schemeClr val="accent4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sz="1900" kern="0" dirty="0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5" name="MH_Other_1"/>
          <p:cNvSpPr>
            <a:spLocks noChangeAspect="1"/>
          </p:cNvSpPr>
          <p:nvPr/>
        </p:nvSpPr>
        <p:spPr>
          <a:xfrm>
            <a:off x="4121620" y="1704907"/>
            <a:ext cx="3966945" cy="3778043"/>
          </a:xfrm>
          <a:custGeom>
            <a:avLst/>
            <a:gdLst>
              <a:gd name="connsiteX0" fmla="*/ 3084612 w 5288045"/>
              <a:gd name="connsiteY0" fmla="*/ 2171133 h 5037048"/>
              <a:gd name="connsiteX1" fmla="*/ 3068519 w 5288045"/>
              <a:gd name="connsiteY1" fmla="*/ 2178885 h 5037048"/>
              <a:gd name="connsiteX2" fmla="*/ 2627115 w 5288045"/>
              <a:gd name="connsiteY2" fmla="*/ 2268000 h 5037048"/>
              <a:gd name="connsiteX3" fmla="*/ 2289898 w 5288045"/>
              <a:gd name="connsiteY3" fmla="*/ 2217018 h 5037048"/>
              <a:gd name="connsiteX4" fmla="*/ 2209451 w 5288045"/>
              <a:gd name="connsiteY4" fmla="*/ 2187574 h 5037048"/>
              <a:gd name="connsiteX5" fmla="*/ 2217018 w 5288045"/>
              <a:gd name="connsiteY5" fmla="*/ 2208247 h 5037048"/>
              <a:gd name="connsiteX6" fmla="*/ 2268000 w 5288045"/>
              <a:gd name="connsiteY6" fmla="*/ 2545464 h 5037048"/>
              <a:gd name="connsiteX7" fmla="*/ 2244961 w 5288045"/>
              <a:gd name="connsiteY7" fmla="*/ 2774005 h 5037048"/>
              <a:gd name="connsiteX8" fmla="*/ 2223083 w 5288045"/>
              <a:gd name="connsiteY8" fmla="*/ 2844485 h 5037048"/>
              <a:gd name="connsiteX9" fmla="*/ 2289898 w 5288045"/>
              <a:gd name="connsiteY9" fmla="*/ 2820031 h 5037048"/>
              <a:gd name="connsiteX10" fmla="*/ 2627115 w 5288045"/>
              <a:gd name="connsiteY10" fmla="*/ 2769048 h 5037048"/>
              <a:gd name="connsiteX11" fmla="*/ 3068519 w 5288045"/>
              <a:gd name="connsiteY11" fmla="*/ 2858163 h 5037048"/>
              <a:gd name="connsiteX12" fmla="*/ 3069330 w 5288045"/>
              <a:gd name="connsiteY12" fmla="*/ 2858554 h 5037048"/>
              <a:gd name="connsiteX13" fmla="*/ 3043084 w 5288045"/>
              <a:gd name="connsiteY13" fmla="*/ 2774005 h 5037048"/>
              <a:gd name="connsiteX14" fmla="*/ 3020045 w 5288045"/>
              <a:gd name="connsiteY14" fmla="*/ 2545464 h 5037048"/>
              <a:gd name="connsiteX15" fmla="*/ 3071028 w 5288045"/>
              <a:gd name="connsiteY15" fmla="*/ 2208247 h 5037048"/>
              <a:gd name="connsiteX16" fmla="*/ 2627115 w 5288045"/>
              <a:gd name="connsiteY16" fmla="*/ 0 h 5037048"/>
              <a:gd name="connsiteX17" fmla="*/ 3761115 w 5288045"/>
              <a:gd name="connsiteY17" fmla="*/ 1134000 h 5037048"/>
              <a:gd name="connsiteX18" fmla="*/ 3710133 w 5288045"/>
              <a:gd name="connsiteY18" fmla="*/ 1471217 h 5037048"/>
              <a:gd name="connsiteX19" fmla="*/ 3696549 w 5288045"/>
              <a:gd name="connsiteY19" fmla="*/ 1508332 h 5037048"/>
              <a:gd name="connsiteX20" fmla="*/ 3712641 w 5288045"/>
              <a:gd name="connsiteY20" fmla="*/ 1500580 h 5037048"/>
              <a:gd name="connsiteX21" fmla="*/ 4154045 w 5288045"/>
              <a:gd name="connsiteY21" fmla="*/ 1411464 h 5037048"/>
              <a:gd name="connsiteX22" fmla="*/ 5288045 w 5288045"/>
              <a:gd name="connsiteY22" fmla="*/ 2545464 h 5037048"/>
              <a:gd name="connsiteX23" fmla="*/ 4154045 w 5288045"/>
              <a:gd name="connsiteY23" fmla="*/ 3679464 h 5037048"/>
              <a:gd name="connsiteX24" fmla="*/ 3712641 w 5288045"/>
              <a:gd name="connsiteY24" fmla="*/ 3590349 h 5037048"/>
              <a:gd name="connsiteX25" fmla="*/ 3711831 w 5288045"/>
              <a:gd name="connsiteY25" fmla="*/ 3589959 h 5037048"/>
              <a:gd name="connsiteX26" fmla="*/ 3738076 w 5288045"/>
              <a:gd name="connsiteY26" fmla="*/ 3674508 h 5037048"/>
              <a:gd name="connsiteX27" fmla="*/ 3761115 w 5288045"/>
              <a:gd name="connsiteY27" fmla="*/ 3903048 h 5037048"/>
              <a:gd name="connsiteX28" fmla="*/ 2627115 w 5288045"/>
              <a:gd name="connsiteY28" fmla="*/ 5037048 h 5037048"/>
              <a:gd name="connsiteX29" fmla="*/ 1493115 w 5288045"/>
              <a:gd name="connsiteY29" fmla="*/ 3903048 h 5037048"/>
              <a:gd name="connsiteX30" fmla="*/ 1516154 w 5288045"/>
              <a:gd name="connsiteY30" fmla="*/ 3674508 h 5037048"/>
              <a:gd name="connsiteX31" fmla="*/ 1538033 w 5288045"/>
              <a:gd name="connsiteY31" fmla="*/ 3604027 h 5037048"/>
              <a:gd name="connsiteX32" fmla="*/ 1471217 w 5288045"/>
              <a:gd name="connsiteY32" fmla="*/ 3628482 h 5037048"/>
              <a:gd name="connsiteX33" fmla="*/ 1134000 w 5288045"/>
              <a:gd name="connsiteY33" fmla="*/ 3679464 h 5037048"/>
              <a:gd name="connsiteX34" fmla="*/ 0 w 5288045"/>
              <a:gd name="connsiteY34" fmla="*/ 2545464 h 5037048"/>
              <a:gd name="connsiteX35" fmla="*/ 1134000 w 5288045"/>
              <a:gd name="connsiteY35" fmla="*/ 1411464 h 5037048"/>
              <a:gd name="connsiteX36" fmla="*/ 1471217 w 5288045"/>
              <a:gd name="connsiteY36" fmla="*/ 1462447 h 5037048"/>
              <a:gd name="connsiteX37" fmla="*/ 1551664 w 5288045"/>
              <a:gd name="connsiteY37" fmla="*/ 1491891 h 5037048"/>
              <a:gd name="connsiteX38" fmla="*/ 1544098 w 5288045"/>
              <a:gd name="connsiteY38" fmla="*/ 1471217 h 5037048"/>
              <a:gd name="connsiteX39" fmla="*/ 1493115 w 5288045"/>
              <a:gd name="connsiteY39" fmla="*/ 1134000 h 5037048"/>
              <a:gd name="connsiteX40" fmla="*/ 2627115 w 5288045"/>
              <a:gd name="connsiteY40" fmla="*/ 0 h 5037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5288045" h="5037048">
                <a:moveTo>
                  <a:pt x="3084612" y="2171133"/>
                </a:moveTo>
                <a:lnTo>
                  <a:pt x="3068519" y="2178885"/>
                </a:lnTo>
                <a:cubicBezTo>
                  <a:pt x="2932849" y="2236268"/>
                  <a:pt x="2783688" y="2268000"/>
                  <a:pt x="2627115" y="2268000"/>
                </a:cubicBezTo>
                <a:cubicBezTo>
                  <a:pt x="2509686" y="2268000"/>
                  <a:pt x="2396425" y="2250151"/>
                  <a:pt x="2289898" y="2217018"/>
                </a:cubicBezTo>
                <a:lnTo>
                  <a:pt x="2209451" y="2187574"/>
                </a:lnTo>
                <a:lnTo>
                  <a:pt x="2217018" y="2208247"/>
                </a:lnTo>
                <a:cubicBezTo>
                  <a:pt x="2250151" y="2314774"/>
                  <a:pt x="2268000" y="2428035"/>
                  <a:pt x="2268000" y="2545464"/>
                </a:cubicBezTo>
                <a:cubicBezTo>
                  <a:pt x="2268000" y="2623751"/>
                  <a:pt x="2260067" y="2700184"/>
                  <a:pt x="2244961" y="2774005"/>
                </a:cubicBezTo>
                <a:lnTo>
                  <a:pt x="2223083" y="2844485"/>
                </a:lnTo>
                <a:lnTo>
                  <a:pt x="2289898" y="2820031"/>
                </a:lnTo>
                <a:cubicBezTo>
                  <a:pt x="2396425" y="2786897"/>
                  <a:pt x="2509686" y="2769048"/>
                  <a:pt x="2627115" y="2769048"/>
                </a:cubicBezTo>
                <a:cubicBezTo>
                  <a:pt x="2783688" y="2769048"/>
                  <a:pt x="2932849" y="2800780"/>
                  <a:pt x="3068519" y="2858163"/>
                </a:cubicBezTo>
                <a:lnTo>
                  <a:pt x="3069330" y="2858554"/>
                </a:lnTo>
                <a:lnTo>
                  <a:pt x="3043084" y="2774005"/>
                </a:lnTo>
                <a:cubicBezTo>
                  <a:pt x="3027978" y="2700184"/>
                  <a:pt x="3020045" y="2623751"/>
                  <a:pt x="3020045" y="2545464"/>
                </a:cubicBezTo>
                <a:cubicBezTo>
                  <a:pt x="3020045" y="2428035"/>
                  <a:pt x="3037894" y="2314774"/>
                  <a:pt x="3071028" y="2208247"/>
                </a:cubicBezTo>
                <a:close/>
                <a:moveTo>
                  <a:pt x="2627115" y="0"/>
                </a:moveTo>
                <a:cubicBezTo>
                  <a:pt x="3253406" y="0"/>
                  <a:pt x="3761115" y="507709"/>
                  <a:pt x="3761115" y="1134000"/>
                </a:cubicBezTo>
                <a:cubicBezTo>
                  <a:pt x="3761115" y="1251430"/>
                  <a:pt x="3743266" y="1364690"/>
                  <a:pt x="3710133" y="1471217"/>
                </a:cubicBezTo>
                <a:lnTo>
                  <a:pt x="3696549" y="1508332"/>
                </a:lnTo>
                <a:lnTo>
                  <a:pt x="3712641" y="1500580"/>
                </a:lnTo>
                <a:cubicBezTo>
                  <a:pt x="3848311" y="1443196"/>
                  <a:pt x="3997473" y="1411464"/>
                  <a:pt x="4154045" y="1411464"/>
                </a:cubicBezTo>
                <a:cubicBezTo>
                  <a:pt x="4780336" y="1411464"/>
                  <a:pt x="5288045" y="1919173"/>
                  <a:pt x="5288045" y="2545464"/>
                </a:cubicBezTo>
                <a:cubicBezTo>
                  <a:pt x="5288045" y="3171755"/>
                  <a:pt x="4780336" y="3679464"/>
                  <a:pt x="4154045" y="3679464"/>
                </a:cubicBezTo>
                <a:cubicBezTo>
                  <a:pt x="3997473" y="3679464"/>
                  <a:pt x="3848311" y="3647732"/>
                  <a:pt x="3712641" y="3590349"/>
                </a:cubicBezTo>
                <a:lnTo>
                  <a:pt x="3711831" y="3589959"/>
                </a:lnTo>
                <a:lnTo>
                  <a:pt x="3738076" y="3674508"/>
                </a:lnTo>
                <a:cubicBezTo>
                  <a:pt x="3753182" y="3748328"/>
                  <a:pt x="3761115" y="3824762"/>
                  <a:pt x="3761115" y="3903048"/>
                </a:cubicBezTo>
                <a:cubicBezTo>
                  <a:pt x="3761115" y="4529339"/>
                  <a:pt x="3253406" y="5037048"/>
                  <a:pt x="2627115" y="5037048"/>
                </a:cubicBezTo>
                <a:cubicBezTo>
                  <a:pt x="2000824" y="5037048"/>
                  <a:pt x="1493115" y="4529339"/>
                  <a:pt x="1493115" y="3903048"/>
                </a:cubicBezTo>
                <a:cubicBezTo>
                  <a:pt x="1493115" y="3824762"/>
                  <a:pt x="1501048" y="3748328"/>
                  <a:pt x="1516154" y="3674508"/>
                </a:cubicBezTo>
                <a:lnTo>
                  <a:pt x="1538033" y="3604027"/>
                </a:lnTo>
                <a:lnTo>
                  <a:pt x="1471217" y="3628482"/>
                </a:lnTo>
                <a:cubicBezTo>
                  <a:pt x="1364691" y="3661615"/>
                  <a:pt x="1251430" y="3679464"/>
                  <a:pt x="1134000" y="3679464"/>
                </a:cubicBezTo>
                <a:cubicBezTo>
                  <a:pt x="507709" y="3679464"/>
                  <a:pt x="0" y="3171755"/>
                  <a:pt x="0" y="2545464"/>
                </a:cubicBezTo>
                <a:cubicBezTo>
                  <a:pt x="0" y="1919173"/>
                  <a:pt x="507709" y="1411464"/>
                  <a:pt x="1134000" y="1411464"/>
                </a:cubicBezTo>
                <a:cubicBezTo>
                  <a:pt x="1251430" y="1411464"/>
                  <a:pt x="1364691" y="1429313"/>
                  <a:pt x="1471217" y="1462447"/>
                </a:cubicBezTo>
                <a:lnTo>
                  <a:pt x="1551664" y="1491891"/>
                </a:lnTo>
                <a:lnTo>
                  <a:pt x="1544098" y="1471217"/>
                </a:lnTo>
                <a:cubicBezTo>
                  <a:pt x="1510964" y="1364690"/>
                  <a:pt x="1493115" y="1251430"/>
                  <a:pt x="1493115" y="1134000"/>
                </a:cubicBezTo>
                <a:cubicBezTo>
                  <a:pt x="1493115" y="507709"/>
                  <a:pt x="2000824" y="0"/>
                  <a:pt x="2627115" y="0"/>
                </a:cubicBezTo>
                <a:close/>
              </a:path>
            </a:pathLst>
          </a:custGeom>
          <a:noFill/>
          <a:ln w="19050" cap="flat" cmpd="sng" algn="ctr">
            <a:solidFill>
              <a:schemeClr val="bg2">
                <a:lumMod val="75000"/>
              </a:schemeClr>
            </a:solidFill>
            <a:prstDash val="dash"/>
          </a:ln>
          <a:effectLst/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sz="1900" kern="0" dirty="0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6" name="MH_Other_2"/>
          <p:cNvSpPr>
            <a:spLocks noChangeAspect="1"/>
          </p:cNvSpPr>
          <p:nvPr/>
        </p:nvSpPr>
        <p:spPr>
          <a:xfrm>
            <a:off x="5512192" y="1900158"/>
            <a:ext cx="1160399" cy="1160399"/>
          </a:xfrm>
          <a:prstGeom prst="ellipse">
            <a:avLst/>
          </a:prstGeom>
          <a:noFill/>
          <a:ln w="19050" cap="flat" cmpd="sng" algn="ctr">
            <a:solidFill>
              <a:schemeClr val="bg2">
                <a:lumMod val="75000"/>
              </a:schemeClr>
            </a:solidFill>
            <a:prstDash val="dash"/>
          </a:ln>
          <a:effectLst/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sz="1900" kern="0" dirty="0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7" name="MH_Other_3"/>
          <p:cNvSpPr/>
          <p:nvPr/>
        </p:nvSpPr>
        <p:spPr>
          <a:xfrm>
            <a:off x="5578865" y="1954767"/>
            <a:ext cx="1052453" cy="1050868"/>
          </a:xfrm>
          <a:prstGeom prst="ellipse">
            <a:avLst/>
          </a:prstGeom>
          <a:solidFill>
            <a:schemeClr val="accent4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sz="1900" kern="0" dirty="0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8" name="MH_Other_5"/>
          <p:cNvSpPr txBox="1"/>
          <p:nvPr/>
        </p:nvSpPr>
        <p:spPr>
          <a:xfrm>
            <a:off x="5744194" y="2133998"/>
            <a:ext cx="704000" cy="715541"/>
          </a:xfrm>
          <a:prstGeom prst="rect">
            <a:avLst/>
          </a:prstGeom>
          <a:noFill/>
          <a:effectLst/>
        </p:spPr>
        <p:txBody>
          <a:bodyPr wrap="none" anchor="ctr">
            <a:normAutofit/>
          </a:bodyPr>
          <a:lstStyle>
            <a:defPPr>
              <a:defRPr lang="zh-CN"/>
            </a:defPPr>
            <a:lvl1pPr>
              <a:defRPr sz="2800">
                <a:solidFill>
                  <a:schemeClr val="bg1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迷你简粗倩" panose="03000509000000000000" pitchFamily="65" charset="-122"/>
                <a:ea typeface="迷你简粗倩" panose="03000509000000000000" pitchFamily="65" charset="-122"/>
              </a:defRPr>
            </a:lvl1pPr>
          </a:lstStyle>
          <a:p>
            <a:pPr algn="ctr">
              <a:defRPr/>
            </a:pPr>
            <a:r>
              <a:rPr lang="en-US" altLang="zh-CN" sz="4045" dirty="0">
                <a:effectLst/>
                <a:latin typeface="Calibri" panose="020F0502020204030204" pitchFamily="34" charset="0"/>
                <a:ea typeface="+mn-ea"/>
                <a:cs typeface="+mn-ea"/>
                <a:sym typeface="Calibri" panose="020F0502020204030204" pitchFamily="34" charset="0"/>
              </a:rPr>
              <a:t>01</a:t>
            </a:r>
            <a:endParaRPr lang="zh-CN" altLang="en-US" sz="2100" dirty="0">
              <a:effectLst/>
              <a:latin typeface="Calibri" panose="020F0502020204030204" pitchFamily="34" charset="0"/>
              <a:ea typeface="+mn-ea"/>
              <a:cs typeface="+mn-ea"/>
              <a:sym typeface="Calibri" panose="020F0502020204030204" pitchFamily="34" charset="0"/>
            </a:endParaRPr>
          </a:p>
        </p:txBody>
      </p:sp>
      <p:sp>
        <p:nvSpPr>
          <p:cNvPr id="9" name="MH_Other_6"/>
          <p:cNvSpPr>
            <a:spLocks noChangeAspect="1"/>
          </p:cNvSpPr>
          <p:nvPr/>
        </p:nvSpPr>
        <p:spPr>
          <a:xfrm>
            <a:off x="6656718" y="3033571"/>
            <a:ext cx="1160400" cy="1160399"/>
          </a:xfrm>
          <a:prstGeom prst="ellipse">
            <a:avLst/>
          </a:prstGeom>
          <a:noFill/>
          <a:ln w="19050" cap="flat" cmpd="sng" algn="ctr">
            <a:solidFill>
              <a:schemeClr val="bg2">
                <a:lumMod val="75000"/>
              </a:schemeClr>
            </a:solidFill>
            <a:prstDash val="dash"/>
          </a:ln>
          <a:effectLst/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sz="1900" kern="0" dirty="0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10" name="MH_Other_7"/>
          <p:cNvSpPr/>
          <p:nvPr/>
        </p:nvSpPr>
        <p:spPr>
          <a:xfrm>
            <a:off x="6712278" y="3087544"/>
            <a:ext cx="1050868" cy="1052453"/>
          </a:xfrm>
          <a:prstGeom prst="ellipse">
            <a:avLst/>
          </a:prstGeom>
          <a:solidFill>
            <a:schemeClr val="accent5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sz="1900" kern="0" dirty="0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11" name="MH_Other_9"/>
          <p:cNvSpPr txBox="1"/>
          <p:nvPr/>
        </p:nvSpPr>
        <p:spPr>
          <a:xfrm>
            <a:off x="6880394" y="3228228"/>
            <a:ext cx="704000" cy="715541"/>
          </a:xfrm>
          <a:prstGeom prst="rect">
            <a:avLst/>
          </a:prstGeom>
          <a:noFill/>
          <a:effectLst/>
        </p:spPr>
        <p:txBody>
          <a:bodyPr wrap="none" anchor="ctr">
            <a:normAutofit/>
          </a:bodyPr>
          <a:lstStyle>
            <a:defPPr>
              <a:defRPr lang="zh-CN"/>
            </a:defPPr>
            <a:lvl1pPr>
              <a:defRPr sz="5400">
                <a:solidFill>
                  <a:schemeClr val="bg1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defRPr>
            </a:lvl1pPr>
          </a:lstStyle>
          <a:p>
            <a:pPr algn="ctr">
              <a:defRPr/>
            </a:pPr>
            <a:r>
              <a:rPr lang="en-US" altLang="zh-CN" sz="4045" dirty="0">
                <a:effectLst/>
                <a:latin typeface="Calibri" panose="020F0502020204030204" pitchFamily="34" charset="0"/>
                <a:ea typeface="+mn-ea"/>
                <a:cs typeface="+mn-ea"/>
                <a:sym typeface="Calibri" panose="020F0502020204030204" pitchFamily="34" charset="0"/>
              </a:rPr>
              <a:t>04</a:t>
            </a:r>
            <a:endParaRPr lang="zh-CN" altLang="en-US" sz="4045" dirty="0">
              <a:effectLst/>
              <a:latin typeface="Calibri" panose="020F0502020204030204" pitchFamily="34" charset="0"/>
              <a:ea typeface="+mn-ea"/>
              <a:cs typeface="+mn-ea"/>
              <a:sym typeface="Calibri" panose="020F0502020204030204" pitchFamily="34" charset="0"/>
            </a:endParaRPr>
          </a:p>
        </p:txBody>
      </p:sp>
      <p:sp>
        <p:nvSpPr>
          <p:cNvPr id="12" name="MH_Other_10"/>
          <p:cNvSpPr>
            <a:spLocks noChangeAspect="1"/>
          </p:cNvSpPr>
          <p:nvPr/>
        </p:nvSpPr>
        <p:spPr>
          <a:xfrm>
            <a:off x="4391480" y="3033571"/>
            <a:ext cx="1161985" cy="1160399"/>
          </a:xfrm>
          <a:prstGeom prst="ellipse">
            <a:avLst/>
          </a:prstGeom>
          <a:noFill/>
          <a:ln w="19050" cap="flat" cmpd="sng" algn="ctr">
            <a:solidFill>
              <a:schemeClr val="bg2">
                <a:lumMod val="75000"/>
              </a:schemeClr>
            </a:solidFill>
            <a:prstDash val="dash"/>
          </a:ln>
          <a:effectLst/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sz="1900" kern="0" dirty="0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13" name="MH_Other_11"/>
          <p:cNvSpPr/>
          <p:nvPr/>
        </p:nvSpPr>
        <p:spPr>
          <a:xfrm>
            <a:off x="4447040" y="3087544"/>
            <a:ext cx="1050868" cy="1052453"/>
          </a:xfrm>
          <a:prstGeom prst="ellipse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sz="1900" kern="0" dirty="0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14" name="MH_Other_13"/>
          <p:cNvSpPr txBox="1"/>
          <p:nvPr/>
        </p:nvSpPr>
        <p:spPr>
          <a:xfrm>
            <a:off x="4634748" y="3241480"/>
            <a:ext cx="704000" cy="715541"/>
          </a:xfrm>
          <a:prstGeom prst="rect">
            <a:avLst/>
          </a:prstGeom>
          <a:noFill/>
          <a:effectLst/>
        </p:spPr>
        <p:txBody>
          <a:bodyPr wrap="none" anchor="ctr">
            <a:normAutofit/>
          </a:bodyPr>
          <a:lstStyle>
            <a:defPPr>
              <a:defRPr lang="zh-CN"/>
            </a:defPPr>
            <a:lvl1pPr>
              <a:defRPr sz="2800">
                <a:solidFill>
                  <a:schemeClr val="bg1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迷你简粗倩" panose="03000509000000000000" pitchFamily="65" charset="-122"/>
                <a:ea typeface="迷你简粗倩" panose="03000509000000000000" pitchFamily="65" charset="-122"/>
              </a:defRPr>
            </a:lvl1pPr>
          </a:lstStyle>
          <a:p>
            <a:pPr algn="ctr">
              <a:defRPr/>
            </a:pPr>
            <a:r>
              <a:rPr lang="en-US" altLang="zh-CN" sz="4045" dirty="0">
                <a:effectLst/>
                <a:latin typeface="Calibri" panose="020F0502020204030204" pitchFamily="34" charset="0"/>
                <a:ea typeface="+mn-ea"/>
                <a:cs typeface="+mn-ea"/>
                <a:sym typeface="Calibri" panose="020F0502020204030204" pitchFamily="34" charset="0"/>
              </a:rPr>
              <a:t>02</a:t>
            </a:r>
            <a:endParaRPr lang="zh-CN" altLang="en-US" sz="2100" dirty="0">
              <a:effectLst/>
              <a:latin typeface="Calibri" panose="020F0502020204030204" pitchFamily="34" charset="0"/>
              <a:ea typeface="+mn-ea"/>
              <a:cs typeface="+mn-ea"/>
              <a:sym typeface="Calibri" panose="020F0502020204030204" pitchFamily="34" charset="0"/>
            </a:endParaRPr>
          </a:p>
        </p:txBody>
      </p:sp>
      <p:sp>
        <p:nvSpPr>
          <p:cNvPr id="15" name="MH_Other_15"/>
          <p:cNvSpPr>
            <a:spLocks noChangeAspect="1"/>
          </p:cNvSpPr>
          <p:nvPr/>
        </p:nvSpPr>
        <p:spPr>
          <a:xfrm>
            <a:off x="5512192" y="4055866"/>
            <a:ext cx="1160399" cy="1161985"/>
          </a:xfrm>
          <a:prstGeom prst="ellipse">
            <a:avLst/>
          </a:prstGeom>
          <a:noFill/>
          <a:ln w="19050" cap="flat" cmpd="sng" algn="ctr">
            <a:solidFill>
              <a:schemeClr val="bg2">
                <a:lumMod val="75000"/>
              </a:schemeClr>
            </a:solidFill>
            <a:prstDash val="dash"/>
          </a:ln>
          <a:effectLst/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sz="1900" kern="0" dirty="0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16" name="MH_Other_16"/>
          <p:cNvSpPr/>
          <p:nvPr/>
        </p:nvSpPr>
        <p:spPr>
          <a:xfrm>
            <a:off x="5566165" y="4111426"/>
            <a:ext cx="1052453" cy="1050868"/>
          </a:xfrm>
          <a:prstGeom prst="ellipse">
            <a:avLst/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sz="1900" kern="0" dirty="0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17" name="MH_Other_18"/>
          <p:cNvSpPr txBox="1"/>
          <p:nvPr/>
        </p:nvSpPr>
        <p:spPr>
          <a:xfrm>
            <a:off x="5738265" y="4264588"/>
            <a:ext cx="704000" cy="715541"/>
          </a:xfrm>
          <a:prstGeom prst="rect">
            <a:avLst/>
          </a:prstGeom>
          <a:noFill/>
          <a:effectLst/>
        </p:spPr>
        <p:txBody>
          <a:bodyPr wrap="none" anchor="ctr">
            <a:normAutofit/>
          </a:bodyPr>
          <a:lstStyle>
            <a:defPPr>
              <a:defRPr lang="zh-CN"/>
            </a:defPPr>
            <a:lvl1pPr>
              <a:defRPr sz="5400">
                <a:solidFill>
                  <a:schemeClr val="bg1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defRPr>
            </a:lvl1pPr>
          </a:lstStyle>
          <a:p>
            <a:pPr algn="ctr">
              <a:defRPr/>
            </a:pPr>
            <a:r>
              <a:rPr lang="en-US" altLang="zh-CN" sz="4045" dirty="0">
                <a:effectLst/>
                <a:latin typeface="Calibri" panose="020F0502020204030204" pitchFamily="34" charset="0"/>
                <a:ea typeface="+mn-ea"/>
                <a:cs typeface="+mn-ea"/>
                <a:sym typeface="Calibri" panose="020F0502020204030204" pitchFamily="34" charset="0"/>
              </a:rPr>
              <a:t>03</a:t>
            </a:r>
            <a:endParaRPr lang="zh-CN" altLang="en-US" sz="4045" dirty="0">
              <a:effectLst/>
              <a:latin typeface="Calibri" panose="020F0502020204030204" pitchFamily="34" charset="0"/>
              <a:ea typeface="+mn-ea"/>
              <a:cs typeface="+mn-ea"/>
              <a:sym typeface="Calibri" panose="020F0502020204030204" pitchFamily="34" charset="0"/>
            </a:endParaRPr>
          </a:p>
        </p:txBody>
      </p:sp>
      <p:sp>
        <p:nvSpPr>
          <p:cNvPr id="18" name="MH_Other_1"/>
          <p:cNvSpPr>
            <a:spLocks noChangeAspect="1" noEditPoints="1"/>
          </p:cNvSpPr>
          <p:nvPr/>
        </p:nvSpPr>
        <p:spPr bwMode="auto">
          <a:xfrm>
            <a:off x="4751821" y="2009691"/>
            <a:ext cx="158741" cy="188903"/>
          </a:xfrm>
          <a:custGeom>
            <a:avLst/>
            <a:gdLst>
              <a:gd name="T0" fmla="*/ 2147483646 w 59"/>
              <a:gd name="T1" fmla="*/ 2147483646 h 70"/>
              <a:gd name="T2" fmla="*/ 2147483646 w 59"/>
              <a:gd name="T3" fmla="*/ 2147483646 h 70"/>
              <a:gd name="T4" fmla="*/ 2147483646 w 59"/>
              <a:gd name="T5" fmla="*/ 2147483646 h 70"/>
              <a:gd name="T6" fmla="*/ 2147483646 w 59"/>
              <a:gd name="T7" fmla="*/ 2147483646 h 70"/>
              <a:gd name="T8" fmla="*/ 2147483646 w 59"/>
              <a:gd name="T9" fmla="*/ 2147483646 h 70"/>
              <a:gd name="T10" fmla="*/ 2147483646 w 59"/>
              <a:gd name="T11" fmla="*/ 2147483646 h 70"/>
              <a:gd name="T12" fmla="*/ 2147483646 w 59"/>
              <a:gd name="T13" fmla="*/ 2147483646 h 70"/>
              <a:gd name="T14" fmla="*/ 2147483646 w 59"/>
              <a:gd name="T15" fmla="*/ 2147483646 h 70"/>
              <a:gd name="T16" fmla="*/ 2147483646 w 59"/>
              <a:gd name="T17" fmla="*/ 2147483646 h 70"/>
              <a:gd name="T18" fmla="*/ 2147483646 w 59"/>
              <a:gd name="T19" fmla="*/ 2147483646 h 70"/>
              <a:gd name="T20" fmla="*/ 2147483646 w 59"/>
              <a:gd name="T21" fmla="*/ 2147483646 h 70"/>
              <a:gd name="T22" fmla="*/ 2147483646 w 59"/>
              <a:gd name="T23" fmla="*/ 2147483646 h 70"/>
              <a:gd name="T24" fmla="*/ 2147483646 w 59"/>
              <a:gd name="T25" fmla="*/ 2147483646 h 70"/>
              <a:gd name="T26" fmla="*/ 2147483646 w 59"/>
              <a:gd name="T27" fmla="*/ 2147483646 h 70"/>
              <a:gd name="T28" fmla="*/ 2147483646 w 59"/>
              <a:gd name="T29" fmla="*/ 2147483646 h 70"/>
              <a:gd name="T30" fmla="*/ 2147483646 w 59"/>
              <a:gd name="T31" fmla="*/ 2147483646 h 70"/>
              <a:gd name="T32" fmla="*/ 2147483646 w 59"/>
              <a:gd name="T33" fmla="*/ 2147483646 h 70"/>
              <a:gd name="T34" fmla="*/ 0 w 59"/>
              <a:gd name="T35" fmla="*/ 2147483646 h 70"/>
              <a:gd name="T36" fmla="*/ 2147483646 w 59"/>
              <a:gd name="T37" fmla="*/ 2147483646 h 70"/>
              <a:gd name="T38" fmla="*/ 2147483646 w 59"/>
              <a:gd name="T39" fmla="*/ 2147483646 h 70"/>
              <a:gd name="T40" fmla="*/ 2147483646 w 59"/>
              <a:gd name="T41" fmla="*/ 2147483646 h 70"/>
              <a:gd name="T42" fmla="*/ 2147483646 w 59"/>
              <a:gd name="T43" fmla="*/ 2147483646 h 70"/>
              <a:gd name="T44" fmla="*/ 2147483646 w 59"/>
              <a:gd name="T45" fmla="*/ 2147483646 h 70"/>
              <a:gd name="T46" fmla="*/ 2147483646 w 59"/>
              <a:gd name="T47" fmla="*/ 2147483646 h 70"/>
              <a:gd name="T48" fmla="*/ 2147483646 w 59"/>
              <a:gd name="T49" fmla="*/ 2147483646 h 70"/>
              <a:gd name="T50" fmla="*/ 2147483646 w 59"/>
              <a:gd name="T51" fmla="*/ 2147483646 h 70"/>
              <a:gd name="T52" fmla="*/ 2147483646 w 59"/>
              <a:gd name="T53" fmla="*/ 2147483646 h 70"/>
              <a:gd name="T54" fmla="*/ 2147483646 w 59"/>
              <a:gd name="T55" fmla="*/ 2147483646 h 70"/>
              <a:gd name="T56" fmla="*/ 2147483646 w 59"/>
              <a:gd name="T57" fmla="*/ 2147483646 h 70"/>
              <a:gd name="T58" fmla="*/ 2147483646 w 59"/>
              <a:gd name="T59" fmla="*/ 2147483646 h 70"/>
              <a:gd name="T60" fmla="*/ 2147483646 w 59"/>
              <a:gd name="T61" fmla="*/ 2147483646 h 70"/>
              <a:gd name="T62" fmla="*/ 2147483646 w 59"/>
              <a:gd name="T63" fmla="*/ 2147483646 h 70"/>
              <a:gd name="T64" fmla="*/ 2147483646 w 59"/>
              <a:gd name="T65" fmla="*/ 2147483646 h 70"/>
              <a:gd name="T66" fmla="*/ 2147483646 w 59"/>
              <a:gd name="T67" fmla="*/ 2147483646 h 70"/>
              <a:gd name="T68" fmla="*/ 2147483646 w 59"/>
              <a:gd name="T69" fmla="*/ 2147483646 h 70"/>
              <a:gd name="T70" fmla="*/ 2147483646 w 59"/>
              <a:gd name="T71" fmla="*/ 2147483646 h 70"/>
              <a:gd name="T72" fmla="*/ 2147483646 w 59"/>
              <a:gd name="T73" fmla="*/ 2147483646 h 70"/>
              <a:gd name="T74" fmla="*/ 2147483646 w 59"/>
              <a:gd name="T75" fmla="*/ 2147483646 h 70"/>
              <a:gd name="T76" fmla="*/ 2147483646 w 59"/>
              <a:gd name="T77" fmla="*/ 2147483646 h 70"/>
              <a:gd name="T78" fmla="*/ 2147483646 w 59"/>
              <a:gd name="T79" fmla="*/ 2147483646 h 70"/>
              <a:gd name="T80" fmla="*/ 2147483646 w 59"/>
              <a:gd name="T81" fmla="*/ 2147483646 h 70"/>
              <a:gd name="T82" fmla="*/ 2147483646 w 59"/>
              <a:gd name="T83" fmla="*/ 2147483646 h 70"/>
              <a:gd name="T84" fmla="*/ 2147483646 w 59"/>
              <a:gd name="T85" fmla="*/ 2147483646 h 70"/>
              <a:gd name="T86" fmla="*/ 2147483646 w 59"/>
              <a:gd name="T87" fmla="*/ 2147483646 h 70"/>
              <a:gd name="T88" fmla="*/ 2147483646 w 59"/>
              <a:gd name="T89" fmla="*/ 2147483646 h 70"/>
              <a:gd name="T90" fmla="*/ 2147483646 w 59"/>
              <a:gd name="T91" fmla="*/ 2147483646 h 70"/>
              <a:gd name="T92" fmla="*/ 2147483646 w 59"/>
              <a:gd name="T93" fmla="*/ 2147483646 h 70"/>
              <a:gd name="T94" fmla="*/ 2147483646 w 59"/>
              <a:gd name="T95" fmla="*/ 2147483646 h 70"/>
              <a:gd name="T96" fmla="*/ 2147483646 w 59"/>
              <a:gd name="T97" fmla="*/ 2147483646 h 70"/>
              <a:gd name="T98" fmla="*/ 2147483646 w 59"/>
              <a:gd name="T99" fmla="*/ 2147483646 h 70"/>
              <a:gd name="T100" fmla="*/ 2147483646 w 59"/>
              <a:gd name="T101" fmla="*/ 2147483646 h 70"/>
              <a:gd name="T102" fmla="*/ 2147483646 w 59"/>
              <a:gd name="T103" fmla="*/ 2147483646 h 70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0" t="0" r="r" b="b"/>
            <a:pathLst>
              <a:path w="59" h="70">
                <a:moveTo>
                  <a:pt x="21" y="25"/>
                </a:moveTo>
                <a:cubicBezTo>
                  <a:pt x="22" y="31"/>
                  <a:pt x="24" y="37"/>
                  <a:pt x="30" y="37"/>
                </a:cubicBezTo>
                <a:cubicBezTo>
                  <a:pt x="30" y="37"/>
                  <a:pt x="30" y="37"/>
                  <a:pt x="30" y="37"/>
                </a:cubicBezTo>
                <a:cubicBezTo>
                  <a:pt x="30" y="37"/>
                  <a:pt x="30" y="37"/>
                  <a:pt x="30" y="37"/>
                </a:cubicBezTo>
                <a:cubicBezTo>
                  <a:pt x="30" y="37"/>
                  <a:pt x="31" y="37"/>
                  <a:pt x="31" y="37"/>
                </a:cubicBezTo>
                <a:cubicBezTo>
                  <a:pt x="36" y="37"/>
                  <a:pt x="38" y="31"/>
                  <a:pt x="39" y="25"/>
                </a:cubicBezTo>
                <a:cubicBezTo>
                  <a:pt x="39" y="25"/>
                  <a:pt x="39" y="25"/>
                  <a:pt x="39" y="25"/>
                </a:cubicBezTo>
                <a:cubicBezTo>
                  <a:pt x="39" y="22"/>
                  <a:pt x="39" y="20"/>
                  <a:pt x="38" y="18"/>
                </a:cubicBezTo>
                <a:cubicBezTo>
                  <a:pt x="37" y="18"/>
                  <a:pt x="30" y="21"/>
                  <a:pt x="21" y="17"/>
                </a:cubicBezTo>
                <a:cubicBezTo>
                  <a:pt x="20" y="20"/>
                  <a:pt x="20" y="22"/>
                  <a:pt x="21" y="25"/>
                </a:cubicBezTo>
                <a:cubicBezTo>
                  <a:pt x="21" y="25"/>
                  <a:pt x="21" y="25"/>
                  <a:pt x="21" y="25"/>
                </a:cubicBezTo>
                <a:close/>
                <a:moveTo>
                  <a:pt x="29" y="45"/>
                </a:moveTo>
                <a:cubicBezTo>
                  <a:pt x="28" y="47"/>
                  <a:pt x="28" y="47"/>
                  <a:pt x="28" y="47"/>
                </a:cubicBezTo>
                <a:cubicBezTo>
                  <a:pt x="29" y="48"/>
                  <a:pt x="29" y="48"/>
                  <a:pt x="29" y="48"/>
                </a:cubicBezTo>
                <a:cubicBezTo>
                  <a:pt x="26" y="59"/>
                  <a:pt x="26" y="59"/>
                  <a:pt x="26" y="59"/>
                </a:cubicBezTo>
                <a:cubicBezTo>
                  <a:pt x="23" y="55"/>
                  <a:pt x="20" y="48"/>
                  <a:pt x="19" y="42"/>
                </a:cubicBezTo>
                <a:cubicBezTo>
                  <a:pt x="13" y="43"/>
                  <a:pt x="8" y="46"/>
                  <a:pt x="3" y="49"/>
                </a:cubicBezTo>
                <a:cubicBezTo>
                  <a:pt x="0" y="54"/>
                  <a:pt x="0" y="60"/>
                  <a:pt x="0" y="65"/>
                </a:cubicBezTo>
                <a:cubicBezTo>
                  <a:pt x="21" y="70"/>
                  <a:pt x="40" y="70"/>
                  <a:pt x="59" y="65"/>
                </a:cubicBezTo>
                <a:cubicBezTo>
                  <a:pt x="59" y="60"/>
                  <a:pt x="59" y="54"/>
                  <a:pt x="56" y="49"/>
                </a:cubicBezTo>
                <a:cubicBezTo>
                  <a:pt x="51" y="46"/>
                  <a:pt x="46" y="43"/>
                  <a:pt x="40" y="42"/>
                </a:cubicBezTo>
                <a:cubicBezTo>
                  <a:pt x="39" y="47"/>
                  <a:pt x="37" y="54"/>
                  <a:pt x="34" y="58"/>
                </a:cubicBezTo>
                <a:cubicBezTo>
                  <a:pt x="32" y="48"/>
                  <a:pt x="32" y="48"/>
                  <a:pt x="32" y="48"/>
                </a:cubicBezTo>
                <a:cubicBezTo>
                  <a:pt x="33" y="47"/>
                  <a:pt x="33" y="47"/>
                  <a:pt x="33" y="47"/>
                </a:cubicBezTo>
                <a:cubicBezTo>
                  <a:pt x="32" y="45"/>
                  <a:pt x="32" y="45"/>
                  <a:pt x="32" y="45"/>
                </a:cubicBezTo>
                <a:cubicBezTo>
                  <a:pt x="29" y="45"/>
                  <a:pt x="29" y="45"/>
                  <a:pt x="29" y="45"/>
                </a:cubicBezTo>
                <a:close/>
                <a:moveTo>
                  <a:pt x="44" y="17"/>
                </a:moveTo>
                <a:cubicBezTo>
                  <a:pt x="44" y="17"/>
                  <a:pt x="44" y="17"/>
                  <a:pt x="44" y="17"/>
                </a:cubicBezTo>
                <a:cubicBezTo>
                  <a:pt x="44" y="18"/>
                  <a:pt x="44" y="18"/>
                  <a:pt x="44" y="18"/>
                </a:cubicBezTo>
                <a:cubicBezTo>
                  <a:pt x="44" y="18"/>
                  <a:pt x="44" y="18"/>
                  <a:pt x="44" y="18"/>
                </a:cubicBezTo>
                <a:cubicBezTo>
                  <a:pt x="44" y="18"/>
                  <a:pt x="44" y="19"/>
                  <a:pt x="44" y="19"/>
                </a:cubicBezTo>
                <a:cubicBezTo>
                  <a:pt x="44" y="20"/>
                  <a:pt x="44" y="20"/>
                  <a:pt x="44" y="20"/>
                </a:cubicBezTo>
                <a:cubicBezTo>
                  <a:pt x="44" y="20"/>
                  <a:pt x="44" y="20"/>
                  <a:pt x="44" y="20"/>
                </a:cubicBezTo>
                <a:cubicBezTo>
                  <a:pt x="44" y="20"/>
                  <a:pt x="44" y="20"/>
                  <a:pt x="44" y="20"/>
                </a:cubicBezTo>
                <a:cubicBezTo>
                  <a:pt x="45" y="21"/>
                  <a:pt x="45" y="22"/>
                  <a:pt x="45" y="23"/>
                </a:cubicBezTo>
                <a:cubicBezTo>
                  <a:pt x="45" y="25"/>
                  <a:pt x="45" y="27"/>
                  <a:pt x="45" y="28"/>
                </a:cubicBezTo>
                <a:cubicBezTo>
                  <a:pt x="44" y="29"/>
                  <a:pt x="43" y="30"/>
                  <a:pt x="42" y="30"/>
                </a:cubicBezTo>
                <a:cubicBezTo>
                  <a:pt x="40" y="36"/>
                  <a:pt x="38" y="40"/>
                  <a:pt x="31" y="41"/>
                </a:cubicBezTo>
                <a:cubicBezTo>
                  <a:pt x="31" y="41"/>
                  <a:pt x="31" y="41"/>
                  <a:pt x="30" y="41"/>
                </a:cubicBezTo>
                <a:cubicBezTo>
                  <a:pt x="30" y="41"/>
                  <a:pt x="29" y="41"/>
                  <a:pt x="29" y="41"/>
                </a:cubicBezTo>
                <a:cubicBezTo>
                  <a:pt x="29" y="41"/>
                  <a:pt x="29" y="41"/>
                  <a:pt x="29" y="41"/>
                </a:cubicBezTo>
                <a:cubicBezTo>
                  <a:pt x="23" y="41"/>
                  <a:pt x="20" y="36"/>
                  <a:pt x="18" y="30"/>
                </a:cubicBezTo>
                <a:cubicBezTo>
                  <a:pt x="17" y="30"/>
                  <a:pt x="15" y="29"/>
                  <a:pt x="15" y="28"/>
                </a:cubicBezTo>
                <a:cubicBezTo>
                  <a:pt x="15" y="28"/>
                  <a:pt x="14" y="25"/>
                  <a:pt x="14" y="24"/>
                </a:cubicBezTo>
                <a:cubicBezTo>
                  <a:pt x="14" y="22"/>
                  <a:pt x="14" y="21"/>
                  <a:pt x="15" y="20"/>
                </a:cubicBezTo>
                <a:cubicBezTo>
                  <a:pt x="15" y="20"/>
                  <a:pt x="16" y="20"/>
                  <a:pt x="16" y="20"/>
                </a:cubicBezTo>
                <a:cubicBezTo>
                  <a:pt x="16" y="19"/>
                  <a:pt x="16" y="18"/>
                  <a:pt x="16" y="18"/>
                </a:cubicBezTo>
                <a:cubicBezTo>
                  <a:pt x="16" y="17"/>
                  <a:pt x="16" y="17"/>
                  <a:pt x="16" y="17"/>
                </a:cubicBezTo>
                <a:cubicBezTo>
                  <a:pt x="16" y="17"/>
                  <a:pt x="16" y="17"/>
                  <a:pt x="16" y="17"/>
                </a:cubicBezTo>
                <a:cubicBezTo>
                  <a:pt x="15" y="13"/>
                  <a:pt x="16" y="10"/>
                  <a:pt x="18" y="8"/>
                </a:cubicBezTo>
                <a:cubicBezTo>
                  <a:pt x="24" y="0"/>
                  <a:pt x="40" y="3"/>
                  <a:pt x="43" y="9"/>
                </a:cubicBezTo>
                <a:cubicBezTo>
                  <a:pt x="44" y="11"/>
                  <a:pt x="44" y="14"/>
                  <a:pt x="44" y="17"/>
                </a:cubicBezTo>
                <a:close/>
              </a:path>
            </a:pathLst>
          </a:custGeom>
          <a:solidFill>
            <a:sysClr val="window" lastClr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77" tIns="34288" rIns="68577" bIns="34288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zh-CN" altLang="en-US" sz="1900" kern="0" dirty="0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19" name="MH_Other_7"/>
          <p:cNvSpPr>
            <a:spLocks noChangeAspect="1" noEditPoints="1"/>
          </p:cNvSpPr>
          <p:nvPr/>
        </p:nvSpPr>
        <p:spPr bwMode="auto">
          <a:xfrm>
            <a:off x="7294348" y="2010508"/>
            <a:ext cx="172557" cy="188989"/>
          </a:xfrm>
          <a:custGeom>
            <a:avLst/>
            <a:gdLst>
              <a:gd name="T0" fmla="*/ 36 w 71"/>
              <a:gd name="T1" fmla="*/ 26 h 78"/>
              <a:gd name="T2" fmla="*/ 43 w 71"/>
              <a:gd name="T3" fmla="*/ 53 h 78"/>
              <a:gd name="T4" fmla="*/ 36 w 71"/>
              <a:gd name="T5" fmla="*/ 71 h 78"/>
              <a:gd name="T6" fmla="*/ 45 w 71"/>
              <a:gd name="T7" fmla="*/ 70 h 78"/>
              <a:gd name="T8" fmla="*/ 50 w 71"/>
              <a:gd name="T9" fmla="*/ 73 h 78"/>
              <a:gd name="T10" fmla="*/ 41 w 71"/>
              <a:gd name="T11" fmla="*/ 78 h 78"/>
              <a:gd name="T12" fmla="*/ 32 w 71"/>
              <a:gd name="T13" fmla="*/ 74 h 78"/>
              <a:gd name="T14" fmla="*/ 31 w 71"/>
              <a:gd name="T15" fmla="*/ 72 h 78"/>
              <a:gd name="T16" fmla="*/ 22 w 71"/>
              <a:gd name="T17" fmla="*/ 53 h 78"/>
              <a:gd name="T18" fmla="*/ 31 w 71"/>
              <a:gd name="T19" fmla="*/ 26 h 78"/>
              <a:gd name="T20" fmla="*/ 36 w 71"/>
              <a:gd name="T21" fmla="*/ 22 h 78"/>
              <a:gd name="T22" fmla="*/ 43 w 71"/>
              <a:gd name="T23" fmla="*/ 13 h 78"/>
              <a:gd name="T24" fmla="*/ 36 w 71"/>
              <a:gd name="T25" fmla="*/ 15 h 78"/>
              <a:gd name="T26" fmla="*/ 43 w 71"/>
              <a:gd name="T27" fmla="*/ 2 h 78"/>
              <a:gd name="T28" fmla="*/ 45 w 71"/>
              <a:gd name="T29" fmla="*/ 8 h 78"/>
              <a:gd name="T30" fmla="*/ 43 w 71"/>
              <a:gd name="T31" fmla="*/ 2 h 78"/>
              <a:gd name="T32" fmla="*/ 60 w 71"/>
              <a:gd name="T33" fmla="*/ 28 h 78"/>
              <a:gd name="T34" fmla="*/ 66 w 71"/>
              <a:gd name="T35" fmla="*/ 26 h 78"/>
              <a:gd name="T36" fmla="*/ 66 w 71"/>
              <a:gd name="T37" fmla="*/ 15 h 78"/>
              <a:gd name="T38" fmla="*/ 69 w 71"/>
              <a:gd name="T39" fmla="*/ 21 h 78"/>
              <a:gd name="T40" fmla="*/ 66 w 71"/>
              <a:gd name="T41" fmla="*/ 15 h 78"/>
              <a:gd name="T42" fmla="*/ 48 w 71"/>
              <a:gd name="T43" fmla="*/ 23 h 78"/>
              <a:gd name="T44" fmla="*/ 55 w 71"/>
              <a:gd name="T45" fmla="*/ 21 h 78"/>
              <a:gd name="T46" fmla="*/ 58 w 71"/>
              <a:gd name="T47" fmla="*/ 1 h 78"/>
              <a:gd name="T48" fmla="*/ 61 w 71"/>
              <a:gd name="T49" fmla="*/ 7 h 78"/>
              <a:gd name="T50" fmla="*/ 58 w 71"/>
              <a:gd name="T51" fmla="*/ 1 h 78"/>
              <a:gd name="T52" fmla="*/ 59 w 71"/>
              <a:gd name="T53" fmla="*/ 12 h 78"/>
              <a:gd name="T54" fmla="*/ 52 w 71"/>
              <a:gd name="T55" fmla="*/ 14 h 78"/>
              <a:gd name="T56" fmla="*/ 2 w 71"/>
              <a:gd name="T57" fmla="*/ 27 h 78"/>
              <a:gd name="T58" fmla="*/ 4 w 71"/>
              <a:gd name="T59" fmla="*/ 34 h 78"/>
              <a:gd name="T60" fmla="*/ 2 w 71"/>
              <a:gd name="T61" fmla="*/ 27 h 78"/>
              <a:gd name="T62" fmla="*/ 12 w 71"/>
              <a:gd name="T63" fmla="*/ 5 h 78"/>
              <a:gd name="T64" fmla="*/ 18 w 71"/>
              <a:gd name="T65" fmla="*/ 5 h 78"/>
              <a:gd name="T66" fmla="*/ 10 w 71"/>
              <a:gd name="T67" fmla="*/ 9 h 78"/>
              <a:gd name="T68" fmla="*/ 13 w 71"/>
              <a:gd name="T69" fmla="*/ 16 h 78"/>
              <a:gd name="T70" fmla="*/ 10 w 71"/>
              <a:gd name="T71" fmla="*/ 9 h 78"/>
              <a:gd name="T72" fmla="*/ 4 w 71"/>
              <a:gd name="T73" fmla="*/ 23 h 78"/>
              <a:gd name="T74" fmla="*/ 10 w 71"/>
              <a:gd name="T75" fmla="*/ 20 h 78"/>
              <a:gd name="T76" fmla="*/ 20 w 71"/>
              <a:gd name="T77" fmla="*/ 18 h 78"/>
              <a:gd name="T78" fmla="*/ 22 w 71"/>
              <a:gd name="T79" fmla="*/ 25 h 78"/>
              <a:gd name="T80" fmla="*/ 20 w 71"/>
              <a:gd name="T81" fmla="*/ 18 h 78"/>
              <a:gd name="T82" fmla="*/ 33 w 71"/>
              <a:gd name="T83" fmla="*/ 2 h 78"/>
              <a:gd name="T84" fmla="*/ 26 w 71"/>
              <a:gd name="T85" fmla="*/ 5 h 78"/>
              <a:gd name="T86" fmla="*/ 24 w 71"/>
              <a:gd name="T87" fmla="*/ 9 h 78"/>
              <a:gd name="T88" fmla="*/ 27 w 71"/>
              <a:gd name="T89" fmla="*/ 16 h 78"/>
              <a:gd name="T90" fmla="*/ 24 w 71"/>
              <a:gd name="T91" fmla="*/ 9 h 78"/>
              <a:gd name="T92" fmla="*/ 16 w 71"/>
              <a:gd name="T93" fmla="*/ 46 h 78"/>
              <a:gd name="T94" fmla="*/ 9 w 71"/>
              <a:gd name="T95" fmla="*/ 45 h 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71" h="78">
                <a:moveTo>
                  <a:pt x="36" y="22"/>
                </a:moveTo>
                <a:cubicBezTo>
                  <a:pt x="36" y="26"/>
                  <a:pt x="36" y="26"/>
                  <a:pt x="36" y="26"/>
                </a:cubicBezTo>
                <a:cubicBezTo>
                  <a:pt x="52" y="27"/>
                  <a:pt x="64" y="38"/>
                  <a:pt x="66" y="53"/>
                </a:cubicBezTo>
                <a:cubicBezTo>
                  <a:pt x="57" y="49"/>
                  <a:pt x="50" y="50"/>
                  <a:pt x="43" y="53"/>
                </a:cubicBezTo>
                <a:cubicBezTo>
                  <a:pt x="41" y="51"/>
                  <a:pt x="39" y="50"/>
                  <a:pt x="36" y="50"/>
                </a:cubicBezTo>
                <a:cubicBezTo>
                  <a:pt x="36" y="71"/>
                  <a:pt x="36" y="71"/>
                  <a:pt x="36" y="71"/>
                </a:cubicBezTo>
                <a:cubicBezTo>
                  <a:pt x="38" y="72"/>
                  <a:pt x="39" y="72"/>
                  <a:pt x="41" y="72"/>
                </a:cubicBezTo>
                <a:cubicBezTo>
                  <a:pt x="43" y="72"/>
                  <a:pt x="44" y="71"/>
                  <a:pt x="45" y="70"/>
                </a:cubicBezTo>
                <a:cubicBezTo>
                  <a:pt x="46" y="70"/>
                  <a:pt x="46" y="70"/>
                  <a:pt x="46" y="69"/>
                </a:cubicBezTo>
                <a:cubicBezTo>
                  <a:pt x="50" y="73"/>
                  <a:pt x="50" y="73"/>
                  <a:pt x="50" y="73"/>
                </a:cubicBezTo>
                <a:cubicBezTo>
                  <a:pt x="50" y="73"/>
                  <a:pt x="50" y="74"/>
                  <a:pt x="49" y="74"/>
                </a:cubicBezTo>
                <a:cubicBezTo>
                  <a:pt x="47" y="76"/>
                  <a:pt x="44" y="77"/>
                  <a:pt x="41" y="78"/>
                </a:cubicBezTo>
                <a:cubicBezTo>
                  <a:pt x="38" y="78"/>
                  <a:pt x="35" y="77"/>
                  <a:pt x="33" y="75"/>
                </a:cubicBezTo>
                <a:cubicBezTo>
                  <a:pt x="32" y="74"/>
                  <a:pt x="32" y="74"/>
                  <a:pt x="32" y="74"/>
                </a:cubicBezTo>
                <a:cubicBezTo>
                  <a:pt x="31" y="73"/>
                  <a:pt x="31" y="73"/>
                  <a:pt x="31" y="73"/>
                </a:cubicBezTo>
                <a:cubicBezTo>
                  <a:pt x="31" y="72"/>
                  <a:pt x="31" y="72"/>
                  <a:pt x="31" y="72"/>
                </a:cubicBezTo>
                <a:cubicBezTo>
                  <a:pt x="31" y="49"/>
                  <a:pt x="31" y="49"/>
                  <a:pt x="31" y="49"/>
                </a:cubicBezTo>
                <a:cubicBezTo>
                  <a:pt x="28" y="50"/>
                  <a:pt x="25" y="51"/>
                  <a:pt x="22" y="53"/>
                </a:cubicBezTo>
                <a:cubicBezTo>
                  <a:pt x="15" y="49"/>
                  <a:pt x="8" y="49"/>
                  <a:pt x="2" y="53"/>
                </a:cubicBezTo>
                <a:cubicBezTo>
                  <a:pt x="3" y="38"/>
                  <a:pt x="16" y="27"/>
                  <a:pt x="31" y="26"/>
                </a:cubicBezTo>
                <a:cubicBezTo>
                  <a:pt x="31" y="22"/>
                  <a:pt x="31" y="22"/>
                  <a:pt x="31" y="22"/>
                </a:cubicBezTo>
                <a:cubicBezTo>
                  <a:pt x="36" y="22"/>
                  <a:pt x="36" y="22"/>
                  <a:pt x="36" y="22"/>
                </a:cubicBezTo>
                <a:close/>
                <a:moveTo>
                  <a:pt x="38" y="11"/>
                </a:moveTo>
                <a:cubicBezTo>
                  <a:pt x="43" y="13"/>
                  <a:pt x="43" y="13"/>
                  <a:pt x="43" y="13"/>
                </a:cubicBezTo>
                <a:cubicBezTo>
                  <a:pt x="41" y="17"/>
                  <a:pt x="41" y="17"/>
                  <a:pt x="41" y="17"/>
                </a:cubicBezTo>
                <a:cubicBezTo>
                  <a:pt x="36" y="15"/>
                  <a:pt x="36" y="15"/>
                  <a:pt x="36" y="15"/>
                </a:cubicBezTo>
                <a:cubicBezTo>
                  <a:pt x="38" y="11"/>
                  <a:pt x="38" y="11"/>
                  <a:pt x="38" y="11"/>
                </a:cubicBezTo>
                <a:close/>
                <a:moveTo>
                  <a:pt x="43" y="2"/>
                </a:moveTo>
                <a:cubicBezTo>
                  <a:pt x="47" y="4"/>
                  <a:pt x="47" y="4"/>
                  <a:pt x="47" y="4"/>
                </a:cubicBezTo>
                <a:cubicBezTo>
                  <a:pt x="45" y="8"/>
                  <a:pt x="45" y="8"/>
                  <a:pt x="45" y="8"/>
                </a:cubicBezTo>
                <a:cubicBezTo>
                  <a:pt x="41" y="6"/>
                  <a:pt x="41" y="6"/>
                  <a:pt x="41" y="6"/>
                </a:cubicBezTo>
                <a:cubicBezTo>
                  <a:pt x="43" y="2"/>
                  <a:pt x="43" y="2"/>
                  <a:pt x="43" y="2"/>
                </a:cubicBezTo>
                <a:close/>
                <a:moveTo>
                  <a:pt x="62" y="24"/>
                </a:moveTo>
                <a:cubicBezTo>
                  <a:pt x="60" y="28"/>
                  <a:pt x="60" y="28"/>
                  <a:pt x="60" y="28"/>
                </a:cubicBezTo>
                <a:cubicBezTo>
                  <a:pt x="64" y="30"/>
                  <a:pt x="64" y="30"/>
                  <a:pt x="64" y="30"/>
                </a:cubicBezTo>
                <a:cubicBezTo>
                  <a:pt x="66" y="26"/>
                  <a:pt x="66" y="26"/>
                  <a:pt x="66" y="26"/>
                </a:cubicBezTo>
                <a:cubicBezTo>
                  <a:pt x="62" y="24"/>
                  <a:pt x="62" y="24"/>
                  <a:pt x="62" y="24"/>
                </a:cubicBezTo>
                <a:close/>
                <a:moveTo>
                  <a:pt x="66" y="15"/>
                </a:moveTo>
                <a:cubicBezTo>
                  <a:pt x="71" y="17"/>
                  <a:pt x="71" y="17"/>
                  <a:pt x="71" y="17"/>
                </a:cubicBezTo>
                <a:cubicBezTo>
                  <a:pt x="69" y="21"/>
                  <a:pt x="69" y="21"/>
                  <a:pt x="69" y="21"/>
                </a:cubicBezTo>
                <a:cubicBezTo>
                  <a:pt x="64" y="19"/>
                  <a:pt x="64" y="19"/>
                  <a:pt x="64" y="19"/>
                </a:cubicBezTo>
                <a:cubicBezTo>
                  <a:pt x="66" y="15"/>
                  <a:pt x="66" y="15"/>
                  <a:pt x="66" y="15"/>
                </a:cubicBezTo>
                <a:close/>
                <a:moveTo>
                  <a:pt x="50" y="18"/>
                </a:moveTo>
                <a:cubicBezTo>
                  <a:pt x="48" y="23"/>
                  <a:pt x="48" y="23"/>
                  <a:pt x="48" y="23"/>
                </a:cubicBezTo>
                <a:cubicBezTo>
                  <a:pt x="52" y="25"/>
                  <a:pt x="52" y="25"/>
                  <a:pt x="52" y="25"/>
                </a:cubicBezTo>
                <a:cubicBezTo>
                  <a:pt x="55" y="21"/>
                  <a:pt x="55" y="21"/>
                  <a:pt x="55" y="21"/>
                </a:cubicBezTo>
                <a:cubicBezTo>
                  <a:pt x="50" y="18"/>
                  <a:pt x="50" y="18"/>
                  <a:pt x="50" y="18"/>
                </a:cubicBezTo>
                <a:close/>
                <a:moveTo>
                  <a:pt x="58" y="1"/>
                </a:moveTo>
                <a:cubicBezTo>
                  <a:pt x="57" y="5"/>
                  <a:pt x="57" y="5"/>
                  <a:pt x="57" y="5"/>
                </a:cubicBezTo>
                <a:cubicBezTo>
                  <a:pt x="61" y="7"/>
                  <a:pt x="61" y="7"/>
                  <a:pt x="61" y="7"/>
                </a:cubicBezTo>
                <a:cubicBezTo>
                  <a:pt x="63" y="4"/>
                  <a:pt x="63" y="4"/>
                  <a:pt x="63" y="4"/>
                </a:cubicBezTo>
                <a:cubicBezTo>
                  <a:pt x="58" y="1"/>
                  <a:pt x="58" y="1"/>
                  <a:pt x="58" y="1"/>
                </a:cubicBezTo>
                <a:close/>
                <a:moveTo>
                  <a:pt x="54" y="9"/>
                </a:moveTo>
                <a:cubicBezTo>
                  <a:pt x="59" y="12"/>
                  <a:pt x="59" y="12"/>
                  <a:pt x="59" y="12"/>
                </a:cubicBezTo>
                <a:cubicBezTo>
                  <a:pt x="57" y="16"/>
                  <a:pt x="57" y="16"/>
                  <a:pt x="57" y="16"/>
                </a:cubicBezTo>
                <a:cubicBezTo>
                  <a:pt x="52" y="14"/>
                  <a:pt x="52" y="14"/>
                  <a:pt x="52" y="14"/>
                </a:cubicBezTo>
                <a:cubicBezTo>
                  <a:pt x="54" y="9"/>
                  <a:pt x="54" y="9"/>
                  <a:pt x="54" y="9"/>
                </a:cubicBezTo>
                <a:close/>
                <a:moveTo>
                  <a:pt x="2" y="27"/>
                </a:moveTo>
                <a:cubicBezTo>
                  <a:pt x="0" y="32"/>
                  <a:pt x="0" y="32"/>
                  <a:pt x="0" y="32"/>
                </a:cubicBezTo>
                <a:cubicBezTo>
                  <a:pt x="4" y="34"/>
                  <a:pt x="4" y="34"/>
                  <a:pt x="4" y="34"/>
                </a:cubicBezTo>
                <a:cubicBezTo>
                  <a:pt x="6" y="29"/>
                  <a:pt x="6" y="29"/>
                  <a:pt x="6" y="29"/>
                </a:cubicBezTo>
                <a:cubicBezTo>
                  <a:pt x="2" y="27"/>
                  <a:pt x="2" y="27"/>
                  <a:pt x="2" y="27"/>
                </a:cubicBezTo>
                <a:close/>
                <a:moveTo>
                  <a:pt x="13" y="3"/>
                </a:moveTo>
                <a:cubicBezTo>
                  <a:pt x="12" y="5"/>
                  <a:pt x="12" y="5"/>
                  <a:pt x="12" y="5"/>
                </a:cubicBezTo>
                <a:cubicBezTo>
                  <a:pt x="17" y="7"/>
                  <a:pt x="17" y="7"/>
                  <a:pt x="17" y="7"/>
                </a:cubicBezTo>
                <a:cubicBezTo>
                  <a:pt x="18" y="5"/>
                  <a:pt x="18" y="5"/>
                  <a:pt x="18" y="5"/>
                </a:cubicBezTo>
                <a:cubicBezTo>
                  <a:pt x="13" y="3"/>
                  <a:pt x="13" y="3"/>
                  <a:pt x="13" y="3"/>
                </a:cubicBezTo>
                <a:close/>
                <a:moveTo>
                  <a:pt x="10" y="9"/>
                </a:moveTo>
                <a:cubicBezTo>
                  <a:pt x="15" y="11"/>
                  <a:pt x="15" y="11"/>
                  <a:pt x="15" y="11"/>
                </a:cubicBezTo>
                <a:cubicBezTo>
                  <a:pt x="13" y="16"/>
                  <a:pt x="13" y="16"/>
                  <a:pt x="13" y="16"/>
                </a:cubicBezTo>
                <a:cubicBezTo>
                  <a:pt x="8" y="14"/>
                  <a:pt x="8" y="14"/>
                  <a:pt x="8" y="14"/>
                </a:cubicBezTo>
                <a:cubicBezTo>
                  <a:pt x="10" y="9"/>
                  <a:pt x="10" y="9"/>
                  <a:pt x="10" y="9"/>
                </a:cubicBezTo>
                <a:close/>
                <a:moveTo>
                  <a:pt x="6" y="18"/>
                </a:moveTo>
                <a:cubicBezTo>
                  <a:pt x="4" y="23"/>
                  <a:pt x="4" y="23"/>
                  <a:pt x="4" y="23"/>
                </a:cubicBezTo>
                <a:cubicBezTo>
                  <a:pt x="8" y="25"/>
                  <a:pt x="8" y="25"/>
                  <a:pt x="8" y="25"/>
                </a:cubicBezTo>
                <a:cubicBezTo>
                  <a:pt x="10" y="20"/>
                  <a:pt x="10" y="20"/>
                  <a:pt x="10" y="20"/>
                </a:cubicBezTo>
                <a:cubicBezTo>
                  <a:pt x="6" y="18"/>
                  <a:pt x="6" y="18"/>
                  <a:pt x="6" y="18"/>
                </a:cubicBezTo>
                <a:close/>
                <a:moveTo>
                  <a:pt x="20" y="18"/>
                </a:moveTo>
                <a:cubicBezTo>
                  <a:pt x="18" y="23"/>
                  <a:pt x="18" y="23"/>
                  <a:pt x="18" y="23"/>
                </a:cubicBezTo>
                <a:cubicBezTo>
                  <a:pt x="22" y="25"/>
                  <a:pt x="22" y="25"/>
                  <a:pt x="22" y="25"/>
                </a:cubicBezTo>
                <a:cubicBezTo>
                  <a:pt x="24" y="20"/>
                  <a:pt x="24" y="20"/>
                  <a:pt x="24" y="20"/>
                </a:cubicBezTo>
                <a:cubicBezTo>
                  <a:pt x="20" y="18"/>
                  <a:pt x="20" y="18"/>
                  <a:pt x="20" y="18"/>
                </a:cubicBezTo>
                <a:close/>
                <a:moveTo>
                  <a:pt x="29" y="0"/>
                </a:moveTo>
                <a:cubicBezTo>
                  <a:pt x="33" y="2"/>
                  <a:pt x="33" y="2"/>
                  <a:pt x="33" y="2"/>
                </a:cubicBezTo>
                <a:cubicBezTo>
                  <a:pt x="31" y="7"/>
                  <a:pt x="31" y="7"/>
                  <a:pt x="31" y="7"/>
                </a:cubicBezTo>
                <a:cubicBezTo>
                  <a:pt x="26" y="5"/>
                  <a:pt x="26" y="5"/>
                  <a:pt x="26" y="5"/>
                </a:cubicBezTo>
                <a:cubicBezTo>
                  <a:pt x="29" y="0"/>
                  <a:pt x="29" y="0"/>
                  <a:pt x="29" y="0"/>
                </a:cubicBezTo>
                <a:close/>
                <a:moveTo>
                  <a:pt x="24" y="9"/>
                </a:moveTo>
                <a:cubicBezTo>
                  <a:pt x="29" y="11"/>
                  <a:pt x="29" y="11"/>
                  <a:pt x="29" y="11"/>
                </a:cubicBezTo>
                <a:cubicBezTo>
                  <a:pt x="27" y="16"/>
                  <a:pt x="27" y="16"/>
                  <a:pt x="27" y="16"/>
                </a:cubicBezTo>
                <a:cubicBezTo>
                  <a:pt x="22" y="14"/>
                  <a:pt x="22" y="14"/>
                  <a:pt x="22" y="14"/>
                </a:cubicBezTo>
                <a:cubicBezTo>
                  <a:pt x="24" y="9"/>
                  <a:pt x="24" y="9"/>
                  <a:pt x="24" y="9"/>
                </a:cubicBezTo>
                <a:close/>
                <a:moveTo>
                  <a:pt x="9" y="45"/>
                </a:moveTo>
                <a:cubicBezTo>
                  <a:pt x="11" y="45"/>
                  <a:pt x="14" y="46"/>
                  <a:pt x="16" y="46"/>
                </a:cubicBezTo>
                <a:cubicBezTo>
                  <a:pt x="20" y="40"/>
                  <a:pt x="24" y="35"/>
                  <a:pt x="27" y="29"/>
                </a:cubicBezTo>
                <a:cubicBezTo>
                  <a:pt x="18" y="33"/>
                  <a:pt x="12" y="39"/>
                  <a:pt x="9" y="45"/>
                </a:cubicBezTo>
                <a:close/>
              </a:path>
            </a:pathLst>
          </a:custGeom>
          <a:solidFill>
            <a:sysClr val="window" lastClr="FFFFFF"/>
          </a:solidFill>
          <a:ln>
            <a:noFill/>
          </a:ln>
        </p:spPr>
        <p:txBody>
          <a:bodyPr lIns="68577" tIns="34288" rIns="68577" bIns="34288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zh-CN" altLang="en-US" sz="1900" kern="0" dirty="0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20" name="MH_Other_11"/>
          <p:cNvSpPr>
            <a:spLocks noChangeAspect="1"/>
          </p:cNvSpPr>
          <p:nvPr/>
        </p:nvSpPr>
        <p:spPr bwMode="auto">
          <a:xfrm>
            <a:off x="4706680" y="4917072"/>
            <a:ext cx="247829" cy="188989"/>
          </a:xfrm>
          <a:custGeom>
            <a:avLst/>
            <a:gdLst>
              <a:gd name="T0" fmla="*/ 7 w 139"/>
              <a:gd name="T1" fmla="*/ 99 h 106"/>
              <a:gd name="T2" fmla="*/ 14 w 139"/>
              <a:gd name="T3" fmla="*/ 99 h 106"/>
              <a:gd name="T4" fmla="*/ 14 w 139"/>
              <a:gd name="T5" fmla="*/ 59 h 106"/>
              <a:gd name="T6" fmla="*/ 21 w 139"/>
              <a:gd name="T7" fmla="*/ 56 h 106"/>
              <a:gd name="T8" fmla="*/ 21 w 139"/>
              <a:gd name="T9" fmla="*/ 99 h 106"/>
              <a:gd name="T10" fmla="*/ 26 w 139"/>
              <a:gd name="T11" fmla="*/ 99 h 106"/>
              <a:gd name="T12" fmla="*/ 26 w 139"/>
              <a:gd name="T13" fmla="*/ 54 h 106"/>
              <a:gd name="T14" fmla="*/ 33 w 139"/>
              <a:gd name="T15" fmla="*/ 52 h 106"/>
              <a:gd name="T16" fmla="*/ 33 w 139"/>
              <a:gd name="T17" fmla="*/ 99 h 106"/>
              <a:gd name="T18" fmla="*/ 40 w 139"/>
              <a:gd name="T19" fmla="*/ 99 h 106"/>
              <a:gd name="T20" fmla="*/ 40 w 139"/>
              <a:gd name="T21" fmla="*/ 49 h 106"/>
              <a:gd name="T22" fmla="*/ 40 w 139"/>
              <a:gd name="T23" fmla="*/ 49 h 106"/>
              <a:gd name="T24" fmla="*/ 47 w 139"/>
              <a:gd name="T25" fmla="*/ 56 h 106"/>
              <a:gd name="T26" fmla="*/ 47 w 139"/>
              <a:gd name="T27" fmla="*/ 99 h 106"/>
              <a:gd name="T28" fmla="*/ 52 w 139"/>
              <a:gd name="T29" fmla="*/ 99 h 106"/>
              <a:gd name="T30" fmla="*/ 52 w 139"/>
              <a:gd name="T31" fmla="*/ 61 h 106"/>
              <a:gd name="T32" fmla="*/ 59 w 139"/>
              <a:gd name="T33" fmla="*/ 59 h 106"/>
              <a:gd name="T34" fmla="*/ 59 w 139"/>
              <a:gd name="T35" fmla="*/ 99 h 106"/>
              <a:gd name="T36" fmla="*/ 64 w 139"/>
              <a:gd name="T37" fmla="*/ 99 h 106"/>
              <a:gd name="T38" fmla="*/ 64 w 139"/>
              <a:gd name="T39" fmla="*/ 56 h 106"/>
              <a:gd name="T40" fmla="*/ 71 w 139"/>
              <a:gd name="T41" fmla="*/ 52 h 106"/>
              <a:gd name="T42" fmla="*/ 71 w 139"/>
              <a:gd name="T43" fmla="*/ 99 h 106"/>
              <a:gd name="T44" fmla="*/ 76 w 139"/>
              <a:gd name="T45" fmla="*/ 99 h 106"/>
              <a:gd name="T46" fmla="*/ 76 w 139"/>
              <a:gd name="T47" fmla="*/ 49 h 106"/>
              <a:gd name="T48" fmla="*/ 83 w 139"/>
              <a:gd name="T49" fmla="*/ 45 h 106"/>
              <a:gd name="T50" fmla="*/ 83 w 139"/>
              <a:gd name="T51" fmla="*/ 99 h 106"/>
              <a:gd name="T52" fmla="*/ 90 w 139"/>
              <a:gd name="T53" fmla="*/ 99 h 106"/>
              <a:gd name="T54" fmla="*/ 90 w 139"/>
              <a:gd name="T55" fmla="*/ 42 h 106"/>
              <a:gd name="T56" fmla="*/ 97 w 139"/>
              <a:gd name="T57" fmla="*/ 40 h 106"/>
              <a:gd name="T58" fmla="*/ 97 w 139"/>
              <a:gd name="T59" fmla="*/ 99 h 106"/>
              <a:gd name="T60" fmla="*/ 102 w 139"/>
              <a:gd name="T61" fmla="*/ 99 h 106"/>
              <a:gd name="T62" fmla="*/ 102 w 139"/>
              <a:gd name="T63" fmla="*/ 38 h 106"/>
              <a:gd name="T64" fmla="*/ 109 w 139"/>
              <a:gd name="T65" fmla="*/ 33 h 106"/>
              <a:gd name="T66" fmla="*/ 109 w 139"/>
              <a:gd name="T67" fmla="*/ 99 h 106"/>
              <a:gd name="T68" fmla="*/ 135 w 139"/>
              <a:gd name="T69" fmla="*/ 99 h 106"/>
              <a:gd name="T70" fmla="*/ 135 w 139"/>
              <a:gd name="T71" fmla="*/ 106 h 106"/>
              <a:gd name="T72" fmla="*/ 7 w 139"/>
              <a:gd name="T73" fmla="*/ 106 h 106"/>
              <a:gd name="T74" fmla="*/ 0 w 139"/>
              <a:gd name="T75" fmla="*/ 106 h 106"/>
              <a:gd name="T76" fmla="*/ 0 w 139"/>
              <a:gd name="T77" fmla="*/ 99 h 106"/>
              <a:gd name="T78" fmla="*/ 0 w 139"/>
              <a:gd name="T79" fmla="*/ 2 h 106"/>
              <a:gd name="T80" fmla="*/ 7 w 139"/>
              <a:gd name="T81" fmla="*/ 2 h 106"/>
              <a:gd name="T82" fmla="*/ 7 w 139"/>
              <a:gd name="T83" fmla="*/ 40 h 106"/>
              <a:gd name="T84" fmla="*/ 42 w 139"/>
              <a:gd name="T85" fmla="*/ 26 h 106"/>
              <a:gd name="T86" fmla="*/ 45 w 139"/>
              <a:gd name="T87" fmla="*/ 23 h 106"/>
              <a:gd name="T88" fmla="*/ 50 w 139"/>
              <a:gd name="T89" fmla="*/ 28 h 106"/>
              <a:gd name="T90" fmla="*/ 54 w 139"/>
              <a:gd name="T91" fmla="*/ 38 h 106"/>
              <a:gd name="T92" fmla="*/ 109 w 139"/>
              <a:gd name="T93" fmla="*/ 12 h 106"/>
              <a:gd name="T94" fmla="*/ 102 w 139"/>
              <a:gd name="T95" fmla="*/ 0 h 106"/>
              <a:gd name="T96" fmla="*/ 121 w 139"/>
              <a:gd name="T97" fmla="*/ 0 h 106"/>
              <a:gd name="T98" fmla="*/ 139 w 139"/>
              <a:gd name="T99" fmla="*/ 2 h 106"/>
              <a:gd name="T100" fmla="*/ 130 w 139"/>
              <a:gd name="T101" fmla="*/ 16 h 106"/>
              <a:gd name="T102" fmla="*/ 121 w 139"/>
              <a:gd name="T103" fmla="*/ 33 h 106"/>
              <a:gd name="T104" fmla="*/ 113 w 139"/>
              <a:gd name="T105" fmla="*/ 21 h 106"/>
              <a:gd name="T106" fmla="*/ 57 w 139"/>
              <a:gd name="T107" fmla="*/ 49 h 106"/>
              <a:gd name="T108" fmla="*/ 52 w 139"/>
              <a:gd name="T109" fmla="*/ 52 h 106"/>
              <a:gd name="T110" fmla="*/ 47 w 139"/>
              <a:gd name="T111" fmla="*/ 47 h 106"/>
              <a:gd name="T112" fmla="*/ 42 w 139"/>
              <a:gd name="T113" fmla="*/ 38 h 106"/>
              <a:gd name="T114" fmla="*/ 7 w 139"/>
              <a:gd name="T115" fmla="*/ 54 h 106"/>
              <a:gd name="T116" fmla="*/ 7 w 139"/>
              <a:gd name="T117" fmla="*/ 99 h 1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139" h="106">
                <a:moveTo>
                  <a:pt x="7" y="99"/>
                </a:moveTo>
                <a:lnTo>
                  <a:pt x="14" y="99"/>
                </a:lnTo>
                <a:lnTo>
                  <a:pt x="14" y="59"/>
                </a:lnTo>
                <a:lnTo>
                  <a:pt x="21" y="56"/>
                </a:lnTo>
                <a:lnTo>
                  <a:pt x="21" y="99"/>
                </a:lnTo>
                <a:lnTo>
                  <a:pt x="26" y="99"/>
                </a:lnTo>
                <a:lnTo>
                  <a:pt x="26" y="54"/>
                </a:lnTo>
                <a:lnTo>
                  <a:pt x="33" y="52"/>
                </a:lnTo>
                <a:lnTo>
                  <a:pt x="33" y="99"/>
                </a:lnTo>
                <a:lnTo>
                  <a:pt x="40" y="99"/>
                </a:lnTo>
                <a:lnTo>
                  <a:pt x="40" y="49"/>
                </a:lnTo>
                <a:lnTo>
                  <a:pt x="40" y="49"/>
                </a:lnTo>
                <a:lnTo>
                  <a:pt x="47" y="56"/>
                </a:lnTo>
                <a:lnTo>
                  <a:pt x="47" y="99"/>
                </a:lnTo>
                <a:lnTo>
                  <a:pt x="52" y="99"/>
                </a:lnTo>
                <a:lnTo>
                  <a:pt x="52" y="61"/>
                </a:lnTo>
                <a:lnTo>
                  <a:pt x="59" y="59"/>
                </a:lnTo>
                <a:lnTo>
                  <a:pt x="59" y="99"/>
                </a:lnTo>
                <a:lnTo>
                  <a:pt x="64" y="99"/>
                </a:lnTo>
                <a:lnTo>
                  <a:pt x="64" y="56"/>
                </a:lnTo>
                <a:lnTo>
                  <a:pt x="71" y="52"/>
                </a:lnTo>
                <a:lnTo>
                  <a:pt x="71" y="99"/>
                </a:lnTo>
                <a:lnTo>
                  <a:pt x="76" y="99"/>
                </a:lnTo>
                <a:lnTo>
                  <a:pt x="76" y="49"/>
                </a:lnTo>
                <a:lnTo>
                  <a:pt x="83" y="45"/>
                </a:lnTo>
                <a:lnTo>
                  <a:pt x="83" y="99"/>
                </a:lnTo>
                <a:lnTo>
                  <a:pt x="90" y="99"/>
                </a:lnTo>
                <a:lnTo>
                  <a:pt x="90" y="42"/>
                </a:lnTo>
                <a:lnTo>
                  <a:pt x="97" y="40"/>
                </a:lnTo>
                <a:lnTo>
                  <a:pt x="97" y="99"/>
                </a:lnTo>
                <a:lnTo>
                  <a:pt x="102" y="99"/>
                </a:lnTo>
                <a:lnTo>
                  <a:pt x="102" y="38"/>
                </a:lnTo>
                <a:lnTo>
                  <a:pt x="109" y="33"/>
                </a:lnTo>
                <a:lnTo>
                  <a:pt x="109" y="99"/>
                </a:lnTo>
                <a:lnTo>
                  <a:pt x="135" y="99"/>
                </a:lnTo>
                <a:lnTo>
                  <a:pt x="135" y="106"/>
                </a:lnTo>
                <a:lnTo>
                  <a:pt x="7" y="106"/>
                </a:lnTo>
                <a:lnTo>
                  <a:pt x="0" y="106"/>
                </a:lnTo>
                <a:lnTo>
                  <a:pt x="0" y="99"/>
                </a:lnTo>
                <a:lnTo>
                  <a:pt x="0" y="2"/>
                </a:lnTo>
                <a:lnTo>
                  <a:pt x="7" y="2"/>
                </a:lnTo>
                <a:lnTo>
                  <a:pt x="7" y="40"/>
                </a:lnTo>
                <a:lnTo>
                  <a:pt x="42" y="26"/>
                </a:lnTo>
                <a:lnTo>
                  <a:pt x="45" y="23"/>
                </a:lnTo>
                <a:lnTo>
                  <a:pt x="50" y="28"/>
                </a:lnTo>
                <a:lnTo>
                  <a:pt x="54" y="38"/>
                </a:lnTo>
                <a:lnTo>
                  <a:pt x="109" y="12"/>
                </a:lnTo>
                <a:lnTo>
                  <a:pt x="102" y="0"/>
                </a:lnTo>
                <a:lnTo>
                  <a:pt x="121" y="0"/>
                </a:lnTo>
                <a:lnTo>
                  <a:pt x="139" y="2"/>
                </a:lnTo>
                <a:lnTo>
                  <a:pt x="130" y="16"/>
                </a:lnTo>
                <a:lnTo>
                  <a:pt x="121" y="33"/>
                </a:lnTo>
                <a:lnTo>
                  <a:pt x="113" y="21"/>
                </a:lnTo>
                <a:lnTo>
                  <a:pt x="57" y="49"/>
                </a:lnTo>
                <a:lnTo>
                  <a:pt x="52" y="52"/>
                </a:lnTo>
                <a:lnTo>
                  <a:pt x="47" y="47"/>
                </a:lnTo>
                <a:lnTo>
                  <a:pt x="42" y="38"/>
                </a:lnTo>
                <a:lnTo>
                  <a:pt x="7" y="54"/>
                </a:lnTo>
                <a:lnTo>
                  <a:pt x="7" y="99"/>
                </a:lnTo>
                <a:close/>
              </a:path>
            </a:pathLst>
          </a:custGeom>
          <a:solidFill>
            <a:sysClr val="window" lastClr="FFFFFF"/>
          </a:solidFill>
          <a:ln>
            <a:noFill/>
          </a:ln>
        </p:spPr>
        <p:txBody>
          <a:bodyPr lIns="68577" tIns="34288" rIns="68577" bIns="34288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zh-CN" altLang="en-US" sz="1900" kern="0" dirty="0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21" name="MH_Other_12"/>
          <p:cNvSpPr/>
          <p:nvPr/>
        </p:nvSpPr>
        <p:spPr>
          <a:xfrm rot="2700000">
            <a:off x="7175378" y="4807294"/>
            <a:ext cx="410493" cy="410493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sz="1900" kern="0" dirty="0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22" name="MH_Other_15"/>
          <p:cNvSpPr>
            <a:spLocks noChangeAspect="1" noEditPoints="1"/>
          </p:cNvSpPr>
          <p:nvPr/>
        </p:nvSpPr>
        <p:spPr bwMode="auto">
          <a:xfrm>
            <a:off x="7264620" y="4918046"/>
            <a:ext cx="232011" cy="188989"/>
          </a:xfrm>
          <a:custGeom>
            <a:avLst/>
            <a:gdLst>
              <a:gd name="T0" fmla="*/ 48 w 64"/>
              <a:gd name="T1" fmla="*/ 0 h 52"/>
              <a:gd name="T2" fmla="*/ 51 w 64"/>
              <a:gd name="T3" fmla="*/ 16 h 52"/>
              <a:gd name="T4" fmla="*/ 46 w 64"/>
              <a:gd name="T5" fmla="*/ 8 h 52"/>
              <a:gd name="T6" fmla="*/ 24 w 64"/>
              <a:gd name="T7" fmla="*/ 27 h 52"/>
              <a:gd name="T8" fmla="*/ 16 w 64"/>
              <a:gd name="T9" fmla="*/ 26 h 52"/>
              <a:gd name="T10" fmla="*/ 25 w 64"/>
              <a:gd name="T11" fmla="*/ 32 h 52"/>
              <a:gd name="T12" fmla="*/ 29 w 64"/>
              <a:gd name="T13" fmla="*/ 37 h 52"/>
              <a:gd name="T14" fmla="*/ 0 w 64"/>
              <a:gd name="T15" fmla="*/ 34 h 52"/>
              <a:gd name="T16" fmla="*/ 3 w 64"/>
              <a:gd name="T17" fmla="*/ 0 h 52"/>
              <a:gd name="T18" fmla="*/ 32 w 64"/>
              <a:gd name="T19" fmla="*/ 32 h 52"/>
              <a:gd name="T20" fmla="*/ 45 w 64"/>
              <a:gd name="T21" fmla="*/ 45 h 52"/>
              <a:gd name="T22" fmla="*/ 53 w 64"/>
              <a:gd name="T23" fmla="*/ 43 h 52"/>
              <a:gd name="T24" fmla="*/ 59 w 64"/>
              <a:gd name="T25" fmla="*/ 52 h 52"/>
              <a:gd name="T26" fmla="*/ 57 w 64"/>
              <a:gd name="T27" fmla="*/ 39 h 52"/>
              <a:gd name="T28" fmla="*/ 55 w 64"/>
              <a:gd name="T29" fmla="*/ 40 h 52"/>
              <a:gd name="T30" fmla="*/ 54 w 64"/>
              <a:gd name="T31" fmla="*/ 23 h 52"/>
              <a:gd name="T32" fmla="*/ 54 w 64"/>
              <a:gd name="T33" fmla="*/ 23 h 52"/>
              <a:gd name="T34" fmla="*/ 45 w 64"/>
              <a:gd name="T35" fmla="*/ 19 h 52"/>
              <a:gd name="T36" fmla="*/ 40 w 64"/>
              <a:gd name="T37" fmla="*/ 29 h 52"/>
              <a:gd name="T38" fmla="*/ 50 w 64"/>
              <a:gd name="T39" fmla="*/ 30 h 52"/>
              <a:gd name="T40" fmla="*/ 40 w 64"/>
              <a:gd name="T41" fmla="*/ 29 h 52"/>
              <a:gd name="T42" fmla="*/ 39 w 64"/>
              <a:gd name="T43" fmla="*/ 33 h 52"/>
              <a:gd name="T44" fmla="*/ 51 w 64"/>
              <a:gd name="T45" fmla="*/ 32 h 52"/>
              <a:gd name="T46" fmla="*/ 40 w 64"/>
              <a:gd name="T47" fmla="*/ 34 h 52"/>
              <a:gd name="T48" fmla="*/ 44 w 64"/>
              <a:gd name="T49" fmla="*/ 35 h 52"/>
              <a:gd name="T50" fmla="*/ 40 w 64"/>
              <a:gd name="T51" fmla="*/ 34 h 52"/>
              <a:gd name="T52" fmla="*/ 44 w 64"/>
              <a:gd name="T53" fmla="*/ 28 h 52"/>
              <a:gd name="T54" fmla="*/ 47 w 64"/>
              <a:gd name="T55" fmla="*/ 26 h 52"/>
              <a:gd name="T56" fmla="*/ 45 w 64"/>
              <a:gd name="T57" fmla="*/ 24 h 52"/>
              <a:gd name="T58" fmla="*/ 37 w 64"/>
              <a:gd name="T59" fmla="*/ 32 h 52"/>
              <a:gd name="T60" fmla="*/ 45 w 64"/>
              <a:gd name="T61" fmla="*/ 40 h 52"/>
              <a:gd name="T62" fmla="*/ 51 w 64"/>
              <a:gd name="T63" fmla="*/ 38 h 52"/>
              <a:gd name="T64" fmla="*/ 51 w 64"/>
              <a:gd name="T65" fmla="*/ 38 h 52"/>
              <a:gd name="T66" fmla="*/ 51 w 64"/>
              <a:gd name="T67" fmla="*/ 26 h 52"/>
              <a:gd name="T68" fmla="*/ 51 w 64"/>
              <a:gd name="T69" fmla="*/ 26 h 52"/>
              <a:gd name="T70" fmla="*/ 45 w 64"/>
              <a:gd name="T71" fmla="*/ 24 h 52"/>
              <a:gd name="T72" fmla="*/ 12 w 64"/>
              <a:gd name="T73" fmla="*/ 15 h 52"/>
              <a:gd name="T74" fmla="*/ 5 w 64"/>
              <a:gd name="T75" fmla="*/ 29 h 52"/>
              <a:gd name="T76" fmla="*/ 16 w 64"/>
              <a:gd name="T77" fmla="*/ 19 h 52"/>
              <a:gd name="T78" fmla="*/ 25 w 64"/>
              <a:gd name="T79" fmla="*/ 21 h 52"/>
              <a:gd name="T80" fmla="*/ 42 w 64"/>
              <a:gd name="T81" fmla="*/ 5 h 52"/>
              <a:gd name="T82" fmla="*/ 16 w 64"/>
              <a:gd name="T83" fmla="*/ 12 h 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64" h="52">
                <a:moveTo>
                  <a:pt x="3" y="0"/>
                </a:moveTo>
                <a:cubicBezTo>
                  <a:pt x="48" y="0"/>
                  <a:pt x="48" y="0"/>
                  <a:pt x="48" y="0"/>
                </a:cubicBezTo>
                <a:cubicBezTo>
                  <a:pt x="51" y="2"/>
                  <a:pt x="51" y="2"/>
                  <a:pt x="51" y="2"/>
                </a:cubicBezTo>
                <a:cubicBezTo>
                  <a:pt x="51" y="16"/>
                  <a:pt x="51" y="16"/>
                  <a:pt x="51" y="16"/>
                </a:cubicBezTo>
                <a:cubicBezTo>
                  <a:pt x="49" y="16"/>
                  <a:pt x="47" y="15"/>
                  <a:pt x="46" y="15"/>
                </a:cubicBezTo>
                <a:cubicBezTo>
                  <a:pt x="46" y="8"/>
                  <a:pt x="46" y="8"/>
                  <a:pt x="46" y="8"/>
                </a:cubicBezTo>
                <a:cubicBezTo>
                  <a:pt x="39" y="14"/>
                  <a:pt x="33" y="20"/>
                  <a:pt x="27" y="27"/>
                </a:cubicBezTo>
                <a:cubicBezTo>
                  <a:pt x="24" y="27"/>
                  <a:pt x="24" y="27"/>
                  <a:pt x="24" y="27"/>
                </a:cubicBezTo>
                <a:cubicBezTo>
                  <a:pt x="19" y="22"/>
                  <a:pt x="19" y="22"/>
                  <a:pt x="19" y="22"/>
                </a:cubicBezTo>
                <a:cubicBezTo>
                  <a:pt x="16" y="26"/>
                  <a:pt x="16" y="26"/>
                  <a:pt x="16" y="26"/>
                </a:cubicBezTo>
                <a:cubicBezTo>
                  <a:pt x="9" y="32"/>
                  <a:pt x="9" y="32"/>
                  <a:pt x="9" y="32"/>
                </a:cubicBezTo>
                <a:cubicBezTo>
                  <a:pt x="25" y="32"/>
                  <a:pt x="25" y="32"/>
                  <a:pt x="25" y="32"/>
                </a:cubicBezTo>
                <a:cubicBezTo>
                  <a:pt x="29" y="32"/>
                  <a:pt x="29" y="32"/>
                  <a:pt x="29" y="32"/>
                </a:cubicBezTo>
                <a:cubicBezTo>
                  <a:pt x="29" y="33"/>
                  <a:pt x="29" y="35"/>
                  <a:pt x="29" y="37"/>
                </a:cubicBezTo>
                <a:cubicBezTo>
                  <a:pt x="3" y="37"/>
                  <a:pt x="3" y="37"/>
                  <a:pt x="3" y="37"/>
                </a:cubicBezTo>
                <a:cubicBezTo>
                  <a:pt x="0" y="34"/>
                  <a:pt x="0" y="34"/>
                  <a:pt x="0" y="34"/>
                </a:cubicBezTo>
                <a:cubicBezTo>
                  <a:pt x="0" y="2"/>
                  <a:pt x="0" y="2"/>
                  <a:pt x="0" y="2"/>
                </a:cubicBezTo>
                <a:cubicBezTo>
                  <a:pt x="3" y="0"/>
                  <a:pt x="3" y="0"/>
                  <a:pt x="3" y="0"/>
                </a:cubicBezTo>
                <a:close/>
                <a:moveTo>
                  <a:pt x="36" y="23"/>
                </a:moveTo>
                <a:cubicBezTo>
                  <a:pt x="34" y="25"/>
                  <a:pt x="33" y="28"/>
                  <a:pt x="32" y="32"/>
                </a:cubicBezTo>
                <a:cubicBezTo>
                  <a:pt x="32" y="35"/>
                  <a:pt x="34" y="38"/>
                  <a:pt x="36" y="41"/>
                </a:cubicBezTo>
                <a:cubicBezTo>
                  <a:pt x="38" y="43"/>
                  <a:pt x="42" y="44"/>
                  <a:pt x="45" y="45"/>
                </a:cubicBezTo>
                <a:cubicBezTo>
                  <a:pt x="48" y="45"/>
                  <a:pt x="50" y="44"/>
                  <a:pt x="53" y="42"/>
                </a:cubicBezTo>
                <a:cubicBezTo>
                  <a:pt x="53" y="43"/>
                  <a:pt x="53" y="43"/>
                  <a:pt x="53" y="43"/>
                </a:cubicBezTo>
                <a:cubicBezTo>
                  <a:pt x="52" y="44"/>
                  <a:pt x="52" y="44"/>
                  <a:pt x="52" y="44"/>
                </a:cubicBezTo>
                <a:cubicBezTo>
                  <a:pt x="59" y="52"/>
                  <a:pt x="59" y="52"/>
                  <a:pt x="59" y="52"/>
                </a:cubicBezTo>
                <a:cubicBezTo>
                  <a:pt x="64" y="47"/>
                  <a:pt x="64" y="47"/>
                  <a:pt x="64" y="47"/>
                </a:cubicBezTo>
                <a:cubicBezTo>
                  <a:pt x="57" y="39"/>
                  <a:pt x="57" y="39"/>
                  <a:pt x="57" y="39"/>
                </a:cubicBezTo>
                <a:cubicBezTo>
                  <a:pt x="55" y="41"/>
                  <a:pt x="55" y="41"/>
                  <a:pt x="55" y="41"/>
                </a:cubicBezTo>
                <a:cubicBezTo>
                  <a:pt x="55" y="40"/>
                  <a:pt x="55" y="40"/>
                  <a:pt x="55" y="40"/>
                </a:cubicBezTo>
                <a:cubicBezTo>
                  <a:pt x="57" y="38"/>
                  <a:pt x="58" y="35"/>
                  <a:pt x="58" y="32"/>
                </a:cubicBezTo>
                <a:cubicBezTo>
                  <a:pt x="58" y="29"/>
                  <a:pt x="57" y="26"/>
                  <a:pt x="54" y="23"/>
                </a:cubicBezTo>
                <a:cubicBezTo>
                  <a:pt x="54" y="23"/>
                  <a:pt x="54" y="23"/>
                  <a:pt x="54" y="23"/>
                </a:cubicBezTo>
                <a:cubicBezTo>
                  <a:pt x="54" y="23"/>
                  <a:pt x="54" y="23"/>
                  <a:pt x="54" y="23"/>
                </a:cubicBezTo>
                <a:cubicBezTo>
                  <a:pt x="54" y="23"/>
                  <a:pt x="54" y="23"/>
                  <a:pt x="54" y="23"/>
                </a:cubicBezTo>
                <a:cubicBezTo>
                  <a:pt x="52" y="20"/>
                  <a:pt x="49" y="19"/>
                  <a:pt x="45" y="19"/>
                </a:cubicBezTo>
                <a:cubicBezTo>
                  <a:pt x="42" y="19"/>
                  <a:pt x="39" y="20"/>
                  <a:pt x="36" y="23"/>
                </a:cubicBezTo>
                <a:close/>
                <a:moveTo>
                  <a:pt x="40" y="29"/>
                </a:moveTo>
                <a:cubicBezTo>
                  <a:pt x="40" y="30"/>
                  <a:pt x="40" y="30"/>
                  <a:pt x="40" y="30"/>
                </a:cubicBezTo>
                <a:cubicBezTo>
                  <a:pt x="50" y="30"/>
                  <a:pt x="50" y="30"/>
                  <a:pt x="50" y="30"/>
                </a:cubicBezTo>
                <a:cubicBezTo>
                  <a:pt x="50" y="29"/>
                  <a:pt x="50" y="29"/>
                  <a:pt x="50" y="29"/>
                </a:cubicBezTo>
                <a:cubicBezTo>
                  <a:pt x="40" y="29"/>
                  <a:pt x="40" y="29"/>
                  <a:pt x="40" y="29"/>
                </a:cubicBezTo>
                <a:close/>
                <a:moveTo>
                  <a:pt x="39" y="32"/>
                </a:moveTo>
                <a:cubicBezTo>
                  <a:pt x="39" y="33"/>
                  <a:pt x="39" y="33"/>
                  <a:pt x="39" y="33"/>
                </a:cubicBezTo>
                <a:cubicBezTo>
                  <a:pt x="51" y="33"/>
                  <a:pt x="51" y="33"/>
                  <a:pt x="51" y="33"/>
                </a:cubicBezTo>
                <a:cubicBezTo>
                  <a:pt x="51" y="32"/>
                  <a:pt x="51" y="32"/>
                  <a:pt x="51" y="32"/>
                </a:cubicBezTo>
                <a:cubicBezTo>
                  <a:pt x="39" y="32"/>
                  <a:pt x="39" y="32"/>
                  <a:pt x="39" y="32"/>
                </a:cubicBezTo>
                <a:close/>
                <a:moveTo>
                  <a:pt x="40" y="34"/>
                </a:moveTo>
                <a:cubicBezTo>
                  <a:pt x="40" y="35"/>
                  <a:pt x="40" y="35"/>
                  <a:pt x="40" y="35"/>
                </a:cubicBezTo>
                <a:cubicBezTo>
                  <a:pt x="44" y="35"/>
                  <a:pt x="44" y="35"/>
                  <a:pt x="44" y="35"/>
                </a:cubicBezTo>
                <a:cubicBezTo>
                  <a:pt x="44" y="34"/>
                  <a:pt x="44" y="34"/>
                  <a:pt x="44" y="34"/>
                </a:cubicBezTo>
                <a:cubicBezTo>
                  <a:pt x="40" y="34"/>
                  <a:pt x="40" y="34"/>
                  <a:pt x="40" y="34"/>
                </a:cubicBezTo>
                <a:close/>
                <a:moveTo>
                  <a:pt x="44" y="26"/>
                </a:moveTo>
                <a:cubicBezTo>
                  <a:pt x="44" y="28"/>
                  <a:pt x="44" y="28"/>
                  <a:pt x="44" y="28"/>
                </a:cubicBezTo>
                <a:cubicBezTo>
                  <a:pt x="47" y="28"/>
                  <a:pt x="47" y="28"/>
                  <a:pt x="47" y="28"/>
                </a:cubicBezTo>
                <a:cubicBezTo>
                  <a:pt x="47" y="26"/>
                  <a:pt x="47" y="26"/>
                  <a:pt x="47" y="26"/>
                </a:cubicBezTo>
                <a:cubicBezTo>
                  <a:pt x="44" y="26"/>
                  <a:pt x="44" y="26"/>
                  <a:pt x="44" y="26"/>
                </a:cubicBezTo>
                <a:close/>
                <a:moveTo>
                  <a:pt x="45" y="24"/>
                </a:moveTo>
                <a:cubicBezTo>
                  <a:pt x="43" y="24"/>
                  <a:pt x="41" y="25"/>
                  <a:pt x="40" y="26"/>
                </a:cubicBezTo>
                <a:cubicBezTo>
                  <a:pt x="38" y="28"/>
                  <a:pt x="37" y="30"/>
                  <a:pt x="37" y="32"/>
                </a:cubicBezTo>
                <a:cubicBezTo>
                  <a:pt x="37" y="34"/>
                  <a:pt x="38" y="36"/>
                  <a:pt x="39" y="37"/>
                </a:cubicBezTo>
                <a:cubicBezTo>
                  <a:pt x="41" y="39"/>
                  <a:pt x="43" y="40"/>
                  <a:pt x="45" y="40"/>
                </a:cubicBezTo>
                <a:cubicBezTo>
                  <a:pt x="47" y="40"/>
                  <a:pt x="49" y="39"/>
                  <a:pt x="51" y="38"/>
                </a:cubicBezTo>
                <a:cubicBezTo>
                  <a:pt x="51" y="38"/>
                  <a:pt x="51" y="38"/>
                  <a:pt x="51" y="38"/>
                </a:cubicBezTo>
                <a:cubicBezTo>
                  <a:pt x="51" y="38"/>
                  <a:pt x="51" y="38"/>
                  <a:pt x="51" y="38"/>
                </a:cubicBezTo>
                <a:cubicBezTo>
                  <a:pt x="51" y="38"/>
                  <a:pt x="51" y="38"/>
                  <a:pt x="51" y="38"/>
                </a:cubicBezTo>
                <a:cubicBezTo>
                  <a:pt x="52" y="36"/>
                  <a:pt x="53" y="34"/>
                  <a:pt x="53" y="32"/>
                </a:cubicBezTo>
                <a:cubicBezTo>
                  <a:pt x="53" y="30"/>
                  <a:pt x="52" y="28"/>
                  <a:pt x="51" y="26"/>
                </a:cubicBezTo>
                <a:cubicBezTo>
                  <a:pt x="51" y="26"/>
                  <a:pt x="51" y="26"/>
                  <a:pt x="51" y="26"/>
                </a:cubicBezTo>
                <a:cubicBezTo>
                  <a:pt x="51" y="26"/>
                  <a:pt x="51" y="26"/>
                  <a:pt x="51" y="26"/>
                </a:cubicBezTo>
                <a:cubicBezTo>
                  <a:pt x="51" y="26"/>
                  <a:pt x="51" y="26"/>
                  <a:pt x="51" y="26"/>
                </a:cubicBezTo>
                <a:cubicBezTo>
                  <a:pt x="49" y="25"/>
                  <a:pt x="47" y="24"/>
                  <a:pt x="45" y="24"/>
                </a:cubicBezTo>
                <a:close/>
                <a:moveTo>
                  <a:pt x="16" y="19"/>
                </a:moveTo>
                <a:cubicBezTo>
                  <a:pt x="12" y="15"/>
                  <a:pt x="12" y="15"/>
                  <a:pt x="12" y="15"/>
                </a:cubicBezTo>
                <a:cubicBezTo>
                  <a:pt x="5" y="8"/>
                  <a:pt x="5" y="8"/>
                  <a:pt x="5" y="8"/>
                </a:cubicBezTo>
                <a:cubicBezTo>
                  <a:pt x="5" y="29"/>
                  <a:pt x="5" y="29"/>
                  <a:pt x="5" y="29"/>
                </a:cubicBezTo>
                <a:cubicBezTo>
                  <a:pt x="12" y="22"/>
                  <a:pt x="12" y="22"/>
                  <a:pt x="12" y="22"/>
                </a:cubicBezTo>
                <a:cubicBezTo>
                  <a:pt x="16" y="19"/>
                  <a:pt x="16" y="19"/>
                  <a:pt x="16" y="19"/>
                </a:cubicBezTo>
                <a:close/>
                <a:moveTo>
                  <a:pt x="16" y="12"/>
                </a:moveTo>
                <a:cubicBezTo>
                  <a:pt x="25" y="21"/>
                  <a:pt x="25" y="21"/>
                  <a:pt x="25" y="21"/>
                </a:cubicBezTo>
                <a:cubicBezTo>
                  <a:pt x="35" y="12"/>
                  <a:pt x="35" y="12"/>
                  <a:pt x="35" y="12"/>
                </a:cubicBezTo>
                <a:cubicBezTo>
                  <a:pt x="42" y="5"/>
                  <a:pt x="42" y="5"/>
                  <a:pt x="42" y="5"/>
                </a:cubicBezTo>
                <a:cubicBezTo>
                  <a:pt x="9" y="5"/>
                  <a:pt x="9" y="5"/>
                  <a:pt x="9" y="5"/>
                </a:cubicBezTo>
                <a:lnTo>
                  <a:pt x="16" y="12"/>
                </a:lnTo>
                <a:close/>
              </a:path>
            </a:pathLst>
          </a:custGeom>
          <a:solidFill>
            <a:sysClr val="window" lastClr="FFFFFF"/>
          </a:solidFill>
          <a:ln>
            <a:noFill/>
          </a:ln>
        </p:spPr>
        <p:txBody>
          <a:bodyPr lIns="68577" tIns="34288" rIns="68577" bIns="34288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zh-CN" altLang="en-US" sz="1900" kern="0" dirty="0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607693" y="1844475"/>
            <a:ext cx="3366937" cy="129458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组织结构清晰，任务调配有度，以实际项目进度为导向，没有硬性加班现象。</a:t>
            </a:r>
            <a:endParaRPr lang="en-US" altLang="zh-CN" dirty="0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597523" y="4570558"/>
            <a:ext cx="3366937" cy="87908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实事求是，以解决项目实际问题为主，追根溯源。</a:t>
            </a:r>
            <a:endParaRPr lang="en-US" altLang="zh-CN" dirty="0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8293760" y="1877052"/>
            <a:ext cx="3366937" cy="129458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工作环境友好，部门成员互相帮助，沟通交流学习，共同成长。</a:t>
            </a:r>
            <a:endParaRPr lang="en-US" altLang="zh-CN" dirty="0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8293760" y="4622358"/>
            <a:ext cx="3366937" cy="129458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总结，分析，共享资源，加快开发进展，以及尽量避免二次踩坑。</a:t>
            </a:r>
            <a:endParaRPr lang="en-US" altLang="zh-CN" dirty="0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35" name="TextBox 8"/>
          <p:cNvSpPr txBox="1"/>
          <p:nvPr/>
        </p:nvSpPr>
        <p:spPr>
          <a:xfrm>
            <a:off x="3229544" y="248134"/>
            <a:ext cx="3860818" cy="43088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zh-CN" altLang="en-US" sz="2800" b="1" dirty="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对公司企业文化的心得</a:t>
            </a:r>
            <a:endParaRPr lang="zh-CN" altLang="en-US" sz="2800" b="1" dirty="0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36" name="iconfont-11790-5634312"/>
          <p:cNvSpPr>
            <a:spLocks noChangeAspect="1"/>
          </p:cNvSpPr>
          <p:nvPr/>
        </p:nvSpPr>
        <p:spPr bwMode="auto">
          <a:xfrm>
            <a:off x="2452366" y="162367"/>
            <a:ext cx="609525" cy="609685"/>
          </a:xfrm>
          <a:custGeom>
            <a:avLst/>
            <a:gdLst>
              <a:gd name="T0" fmla="*/ 3779 w 7964"/>
              <a:gd name="T1" fmla="*/ 2906 h 7964"/>
              <a:gd name="T2" fmla="*/ 2906 w 7964"/>
              <a:gd name="T3" fmla="*/ 3779 h 7964"/>
              <a:gd name="T4" fmla="*/ 3779 w 7964"/>
              <a:gd name="T5" fmla="*/ 4651 h 7964"/>
              <a:gd name="T6" fmla="*/ 4651 w 7964"/>
              <a:gd name="T7" fmla="*/ 3779 h 7964"/>
              <a:gd name="T8" fmla="*/ 3779 w 7964"/>
              <a:gd name="T9" fmla="*/ 2906 h 7964"/>
              <a:gd name="T10" fmla="*/ 4198 w 7964"/>
              <a:gd name="T11" fmla="*/ 3444 h 7964"/>
              <a:gd name="T12" fmla="*/ 3779 w 7964"/>
              <a:gd name="T13" fmla="*/ 3242 h 7964"/>
              <a:gd name="T14" fmla="*/ 3339 w 7964"/>
              <a:gd name="T15" fmla="*/ 3470 h 7964"/>
              <a:gd name="T16" fmla="*/ 3229 w 7964"/>
              <a:gd name="T17" fmla="*/ 3394 h 7964"/>
              <a:gd name="T18" fmla="*/ 3779 w 7964"/>
              <a:gd name="T19" fmla="*/ 3107 h 7964"/>
              <a:gd name="T20" fmla="*/ 4303 w 7964"/>
              <a:gd name="T21" fmla="*/ 3360 h 7964"/>
              <a:gd name="T22" fmla="*/ 4198 w 7964"/>
              <a:gd name="T23" fmla="*/ 3444 h 7964"/>
              <a:gd name="T24" fmla="*/ 7651 w 7964"/>
              <a:gd name="T25" fmla="*/ 2432 h 7964"/>
              <a:gd name="T26" fmla="*/ 6798 w 7964"/>
              <a:gd name="T27" fmla="*/ 1166 h 7964"/>
              <a:gd name="T28" fmla="*/ 5532 w 7964"/>
              <a:gd name="T29" fmla="*/ 313 h 7964"/>
              <a:gd name="T30" fmla="*/ 3982 w 7964"/>
              <a:gd name="T31" fmla="*/ 0 h 7964"/>
              <a:gd name="T32" fmla="*/ 2432 w 7964"/>
              <a:gd name="T33" fmla="*/ 313 h 7964"/>
              <a:gd name="T34" fmla="*/ 1166 w 7964"/>
              <a:gd name="T35" fmla="*/ 1166 h 7964"/>
              <a:gd name="T36" fmla="*/ 313 w 7964"/>
              <a:gd name="T37" fmla="*/ 2432 h 7964"/>
              <a:gd name="T38" fmla="*/ 0 w 7964"/>
              <a:gd name="T39" fmla="*/ 3982 h 7964"/>
              <a:gd name="T40" fmla="*/ 313 w 7964"/>
              <a:gd name="T41" fmla="*/ 5532 h 7964"/>
              <a:gd name="T42" fmla="*/ 1166 w 7964"/>
              <a:gd name="T43" fmla="*/ 6798 h 7964"/>
              <a:gd name="T44" fmla="*/ 2432 w 7964"/>
              <a:gd name="T45" fmla="*/ 7651 h 7964"/>
              <a:gd name="T46" fmla="*/ 3982 w 7964"/>
              <a:gd name="T47" fmla="*/ 7964 h 7964"/>
              <a:gd name="T48" fmla="*/ 5532 w 7964"/>
              <a:gd name="T49" fmla="*/ 7651 h 7964"/>
              <a:gd name="T50" fmla="*/ 6798 w 7964"/>
              <a:gd name="T51" fmla="*/ 6798 h 7964"/>
              <a:gd name="T52" fmla="*/ 7651 w 7964"/>
              <a:gd name="T53" fmla="*/ 5532 h 7964"/>
              <a:gd name="T54" fmla="*/ 7964 w 7964"/>
              <a:gd name="T55" fmla="*/ 3982 h 7964"/>
              <a:gd name="T56" fmla="*/ 7651 w 7964"/>
              <a:gd name="T57" fmla="*/ 2432 h 7964"/>
              <a:gd name="T58" fmla="*/ 5292 w 7964"/>
              <a:gd name="T59" fmla="*/ 5141 h 7964"/>
              <a:gd name="T60" fmla="*/ 5161 w 7964"/>
              <a:gd name="T61" fmla="*/ 5289 h 7964"/>
              <a:gd name="T62" fmla="*/ 4960 w 7964"/>
              <a:gd name="T63" fmla="*/ 5285 h 7964"/>
              <a:gd name="T64" fmla="*/ 4423 w 7964"/>
              <a:gd name="T65" fmla="*/ 4739 h 7964"/>
              <a:gd name="T66" fmla="*/ 4414 w 7964"/>
              <a:gd name="T67" fmla="*/ 4726 h 7964"/>
              <a:gd name="T68" fmla="*/ 3779 w 7964"/>
              <a:gd name="T69" fmla="*/ 4920 h 7964"/>
              <a:gd name="T70" fmla="*/ 2637 w 7964"/>
              <a:gd name="T71" fmla="*/ 3779 h 7964"/>
              <a:gd name="T72" fmla="*/ 3779 w 7964"/>
              <a:gd name="T73" fmla="*/ 2638 h 7964"/>
              <a:gd name="T74" fmla="*/ 4920 w 7964"/>
              <a:gd name="T75" fmla="*/ 3779 h 7964"/>
              <a:gd name="T76" fmla="*/ 4734 w 7964"/>
              <a:gd name="T77" fmla="*/ 4402 h 7964"/>
              <a:gd name="T78" fmla="*/ 4740 w 7964"/>
              <a:gd name="T79" fmla="*/ 4406 h 7964"/>
              <a:gd name="T80" fmla="*/ 5281 w 7964"/>
              <a:gd name="T81" fmla="*/ 4947 h 7964"/>
              <a:gd name="T82" fmla="*/ 5292 w 7964"/>
              <a:gd name="T83" fmla="*/ 5141 h 79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7964" h="7964">
                <a:moveTo>
                  <a:pt x="3779" y="2906"/>
                </a:moveTo>
                <a:cubicBezTo>
                  <a:pt x="3297" y="2906"/>
                  <a:pt x="2906" y="3297"/>
                  <a:pt x="2906" y="3779"/>
                </a:cubicBezTo>
                <a:cubicBezTo>
                  <a:pt x="2906" y="4260"/>
                  <a:pt x="3297" y="4651"/>
                  <a:pt x="3779" y="4651"/>
                </a:cubicBezTo>
                <a:cubicBezTo>
                  <a:pt x="4261" y="4651"/>
                  <a:pt x="4651" y="4260"/>
                  <a:pt x="4651" y="3779"/>
                </a:cubicBezTo>
                <a:cubicBezTo>
                  <a:pt x="4651" y="3297"/>
                  <a:pt x="4261" y="2906"/>
                  <a:pt x="3779" y="2906"/>
                </a:cubicBezTo>
                <a:close/>
                <a:moveTo>
                  <a:pt x="4198" y="3444"/>
                </a:moveTo>
                <a:cubicBezTo>
                  <a:pt x="4100" y="3321"/>
                  <a:pt x="3949" y="3242"/>
                  <a:pt x="3779" y="3242"/>
                </a:cubicBezTo>
                <a:cubicBezTo>
                  <a:pt x="3597" y="3242"/>
                  <a:pt x="3437" y="3332"/>
                  <a:pt x="3339" y="3470"/>
                </a:cubicBezTo>
                <a:lnTo>
                  <a:pt x="3229" y="3394"/>
                </a:lnTo>
                <a:cubicBezTo>
                  <a:pt x="3351" y="3221"/>
                  <a:pt x="3551" y="3107"/>
                  <a:pt x="3779" y="3107"/>
                </a:cubicBezTo>
                <a:cubicBezTo>
                  <a:pt x="3991" y="3107"/>
                  <a:pt x="4180" y="3206"/>
                  <a:pt x="4303" y="3360"/>
                </a:cubicBezTo>
                <a:lnTo>
                  <a:pt x="4198" y="3444"/>
                </a:lnTo>
                <a:close/>
                <a:moveTo>
                  <a:pt x="7651" y="2432"/>
                </a:moveTo>
                <a:cubicBezTo>
                  <a:pt x="7451" y="1958"/>
                  <a:pt x="7164" y="1532"/>
                  <a:pt x="6798" y="1166"/>
                </a:cubicBezTo>
                <a:cubicBezTo>
                  <a:pt x="6432" y="800"/>
                  <a:pt x="6006" y="513"/>
                  <a:pt x="5532" y="313"/>
                </a:cubicBezTo>
                <a:cubicBezTo>
                  <a:pt x="5041" y="105"/>
                  <a:pt x="4520" y="0"/>
                  <a:pt x="3982" y="0"/>
                </a:cubicBezTo>
                <a:cubicBezTo>
                  <a:pt x="3444" y="0"/>
                  <a:pt x="2923" y="105"/>
                  <a:pt x="2432" y="313"/>
                </a:cubicBezTo>
                <a:cubicBezTo>
                  <a:pt x="1958" y="513"/>
                  <a:pt x="1532" y="800"/>
                  <a:pt x="1166" y="1166"/>
                </a:cubicBezTo>
                <a:cubicBezTo>
                  <a:pt x="800" y="1532"/>
                  <a:pt x="513" y="1958"/>
                  <a:pt x="313" y="2432"/>
                </a:cubicBezTo>
                <a:cubicBezTo>
                  <a:pt x="105" y="2923"/>
                  <a:pt x="0" y="3444"/>
                  <a:pt x="0" y="3982"/>
                </a:cubicBezTo>
                <a:cubicBezTo>
                  <a:pt x="0" y="4520"/>
                  <a:pt x="105" y="5041"/>
                  <a:pt x="313" y="5532"/>
                </a:cubicBezTo>
                <a:cubicBezTo>
                  <a:pt x="513" y="6006"/>
                  <a:pt x="800" y="6432"/>
                  <a:pt x="1166" y="6798"/>
                </a:cubicBezTo>
                <a:cubicBezTo>
                  <a:pt x="1532" y="7164"/>
                  <a:pt x="1958" y="7451"/>
                  <a:pt x="2432" y="7651"/>
                </a:cubicBezTo>
                <a:cubicBezTo>
                  <a:pt x="2923" y="7859"/>
                  <a:pt x="3444" y="7964"/>
                  <a:pt x="3982" y="7964"/>
                </a:cubicBezTo>
                <a:cubicBezTo>
                  <a:pt x="4520" y="7964"/>
                  <a:pt x="5041" y="7859"/>
                  <a:pt x="5532" y="7651"/>
                </a:cubicBezTo>
                <a:cubicBezTo>
                  <a:pt x="6006" y="7451"/>
                  <a:pt x="6432" y="7164"/>
                  <a:pt x="6798" y="6798"/>
                </a:cubicBezTo>
                <a:cubicBezTo>
                  <a:pt x="7164" y="6432"/>
                  <a:pt x="7451" y="6006"/>
                  <a:pt x="7651" y="5532"/>
                </a:cubicBezTo>
                <a:cubicBezTo>
                  <a:pt x="7859" y="5041"/>
                  <a:pt x="7964" y="4520"/>
                  <a:pt x="7964" y="3982"/>
                </a:cubicBezTo>
                <a:cubicBezTo>
                  <a:pt x="7964" y="3444"/>
                  <a:pt x="7859" y="2923"/>
                  <a:pt x="7651" y="2432"/>
                </a:cubicBezTo>
                <a:close/>
                <a:moveTo>
                  <a:pt x="5292" y="5141"/>
                </a:moveTo>
                <a:lnTo>
                  <a:pt x="5161" y="5289"/>
                </a:lnTo>
                <a:cubicBezTo>
                  <a:pt x="5109" y="5342"/>
                  <a:pt x="5013" y="5337"/>
                  <a:pt x="4960" y="5285"/>
                </a:cubicBezTo>
                <a:lnTo>
                  <a:pt x="4423" y="4739"/>
                </a:lnTo>
                <a:cubicBezTo>
                  <a:pt x="4419" y="4736"/>
                  <a:pt x="4417" y="4730"/>
                  <a:pt x="4414" y="4726"/>
                </a:cubicBezTo>
                <a:cubicBezTo>
                  <a:pt x="4232" y="4848"/>
                  <a:pt x="4014" y="4920"/>
                  <a:pt x="3779" y="4920"/>
                </a:cubicBezTo>
                <a:cubicBezTo>
                  <a:pt x="3148" y="4920"/>
                  <a:pt x="2637" y="4409"/>
                  <a:pt x="2637" y="3779"/>
                </a:cubicBezTo>
                <a:cubicBezTo>
                  <a:pt x="2637" y="3148"/>
                  <a:pt x="3148" y="2638"/>
                  <a:pt x="3779" y="2638"/>
                </a:cubicBezTo>
                <a:cubicBezTo>
                  <a:pt x="4409" y="2638"/>
                  <a:pt x="4920" y="3148"/>
                  <a:pt x="4920" y="3779"/>
                </a:cubicBezTo>
                <a:cubicBezTo>
                  <a:pt x="4920" y="4009"/>
                  <a:pt x="4851" y="4223"/>
                  <a:pt x="4734" y="4402"/>
                </a:cubicBezTo>
                <a:cubicBezTo>
                  <a:pt x="4736" y="4404"/>
                  <a:pt x="4738" y="4404"/>
                  <a:pt x="4740" y="4406"/>
                </a:cubicBezTo>
                <a:lnTo>
                  <a:pt x="5281" y="4947"/>
                </a:lnTo>
                <a:cubicBezTo>
                  <a:pt x="5334" y="5000"/>
                  <a:pt x="5345" y="5089"/>
                  <a:pt x="5292" y="514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566" y="140834"/>
            <a:ext cx="2158091" cy="78717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500"/>
                            </p:stCondLst>
                            <p:childTnLst>
                              <p:par>
                                <p:cTn id="132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1000"/>
                            </p:stCondLst>
                            <p:childTnLst>
                              <p:par>
                                <p:cTn id="139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1500"/>
                            </p:stCondLst>
                            <p:childTnLst>
                              <p:par>
                                <p:cTn id="146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2000"/>
                            </p:stCondLst>
                            <p:childTnLst>
                              <p:par>
                                <p:cTn id="153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 bldLvl="0" animBg="1"/>
      <p:bldP spid="4" grpId="0" bldLvl="0" animBg="1"/>
      <p:bldP spid="5" grpId="0" bldLvl="0" animBg="1"/>
      <p:bldP spid="6" grpId="0" bldLvl="0" animBg="1"/>
      <p:bldP spid="7" grpId="0" bldLvl="0" animBg="1"/>
      <p:bldP spid="8" grpId="0" bldLvl="0" animBg="1"/>
      <p:bldP spid="9" grpId="0" bldLvl="0" animBg="1"/>
      <p:bldP spid="10" grpId="0" bldLvl="0" animBg="1"/>
      <p:bldP spid="11" grpId="0" bldLvl="0" animBg="1"/>
      <p:bldP spid="12" grpId="0" bldLvl="0" animBg="1"/>
      <p:bldP spid="13" grpId="0" bldLvl="0" animBg="1"/>
      <p:bldP spid="14" grpId="0" bldLvl="0" animBg="1"/>
      <p:bldP spid="15" grpId="0" bldLvl="0" animBg="1"/>
      <p:bldP spid="16" grpId="0" bldLvl="0" animBg="1"/>
      <p:bldP spid="17" grpId="0" bldLvl="0" animBg="1"/>
      <p:bldP spid="18" grpId="0" bldLvl="0" animBg="1"/>
      <p:bldP spid="19" grpId="0" bldLvl="0" animBg="1"/>
      <p:bldP spid="20" grpId="0" bldLvl="0" animBg="1"/>
      <p:bldP spid="21" grpId="0" bldLvl="0" animBg="1"/>
      <p:bldP spid="22" grpId="0" bldLvl="0" animBg="1"/>
      <p:bldP spid="31" grpId="0"/>
      <p:bldP spid="32" grpId="0"/>
      <p:bldP spid="33" grpId="0"/>
      <p:bldP spid="3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7d195523061f1c0" descr="e7d195523061f1c0214d268728035a112e1f1a63855fa0d5B3BC3571FB2346650E40B27C71D4ADB669896543E409C0762562804D99F14164E036E91A4D200FB459B9C67F1066513BDCC2663F2655ED5A2F3E64E50905ECC13FD08E412A2449DFC0DEA4732AF4E76A12DAA23714D9A24C7EAC7F7CD8FF94AEC7D4E9162B55FEA74E289784371BE33B" hidden="1"/>
          <p:cNvSpPr txBox="1"/>
          <p:nvPr/>
        </p:nvSpPr>
        <p:spPr>
          <a:xfrm>
            <a:off x="-355600" y="1803400"/>
            <a:ext cx="293927" cy="1016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00">
                <a:latin typeface="Calibri" panose="020F0502020204030204" pitchFamily="34" charset="0"/>
                <a:cs typeface="+mn-ea"/>
                <a:sym typeface="Calibri" panose="020F0502020204030204" pitchFamily="34" charset="0"/>
              </a:rPr>
              <a:t>e7d195523061f1c0214d268728035a112e1f1a63855fa0d5B3BC3571FB2346650E40B27C71D4ADB669896543E409C0762562804D99F14164E036E91A4D200FB459B9C67F1066513BDCC2663F2655ED5A2F3E64E50905ECC13FD08E412A2449DFC0DEA4732AF4E76A12DAA23714D9A24C7EAC7F7CD8FF94AEC7D4E9162B55FEA74E289784371BE33B</a:t>
            </a:r>
            <a:endParaRPr lang="zh-CN" altLang="en-US" sz="100">
              <a:latin typeface="Calibri" panose="020F0502020204030204" pitchFamily="34" charset="0"/>
              <a:cs typeface="+mn-ea"/>
              <a:sym typeface="Calibri" panose="020F0502020204030204" pitchFamily="34" charset="0"/>
            </a:endParaRPr>
          </a:p>
        </p:txBody>
      </p:sp>
      <p:sp>
        <p:nvSpPr>
          <p:cNvPr id="4" name="文本框 3" descr="e7d195523061f1c0214d268728035a112e1f1a63855fa0d5B3BC3571FB2346650E40B27C71D4ADB669896543E409C0762562804D99F14164E036E91A4D200FB459B9C67F1066513BDCC2663F2655ED5A2F3E64E50905ECC13FD08E412A2449DFC0DEA4732AF4E76A12DAA23714D9A24C7EAC7F7CD8FF94AEC7D4E9162B55FEA74E289784371BE33B"/>
          <p:cNvSpPr txBox="1"/>
          <p:nvPr/>
        </p:nvSpPr>
        <p:spPr>
          <a:xfrm>
            <a:off x="5637417" y="2801734"/>
            <a:ext cx="5778482" cy="1527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8800" b="1" spc="300" dirty="0">
                <a:solidFill>
                  <a:schemeClr val="accent5"/>
                </a:solidFill>
                <a:latin typeface="+mj-ea"/>
                <a:ea typeface="+mj-ea"/>
                <a:cs typeface="+mn-ea"/>
                <a:sym typeface="Calibri" panose="020F0502020204030204" pitchFamily="34" charset="0"/>
              </a:rPr>
              <a:t>感谢观看</a:t>
            </a:r>
            <a:endParaRPr lang="en-US" altLang="zh-CN" sz="8800" b="1" spc="300" dirty="0">
              <a:solidFill>
                <a:schemeClr val="accent5"/>
              </a:solidFill>
              <a:latin typeface="+mj-ea"/>
              <a:ea typeface="+mj-ea"/>
              <a:cs typeface="+mn-ea"/>
              <a:sym typeface="Calibri" panose="020F0502020204030204" pitchFamily="34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400627" y="5325404"/>
            <a:ext cx="6470174" cy="4185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2000" b="1" spc="300" dirty="0">
                <a:solidFill>
                  <a:schemeClr val="accent5"/>
                </a:solidFill>
                <a:latin typeface="+mj-ea"/>
                <a:ea typeface="+mj-ea"/>
                <a:cs typeface="+mn-ea"/>
                <a:sym typeface="Calibri" panose="020F0502020204030204" pitchFamily="34" charset="0"/>
              </a:rPr>
              <a:t>汇报人：陈进忠   时间：</a:t>
            </a:r>
            <a:r>
              <a:rPr lang="en-US" altLang="zh-CN" sz="2000" b="1" spc="300" dirty="0">
                <a:solidFill>
                  <a:schemeClr val="accent5"/>
                </a:solidFill>
                <a:latin typeface="+mj-ea"/>
                <a:ea typeface="+mj-ea"/>
                <a:cs typeface="+mn-ea"/>
                <a:sym typeface="Calibri" panose="020F0502020204030204" pitchFamily="34" charset="0"/>
              </a:rPr>
              <a:t>2025</a:t>
            </a:r>
            <a:r>
              <a:rPr lang="zh-CN" altLang="en-US" sz="2000" b="1" spc="300" dirty="0">
                <a:solidFill>
                  <a:schemeClr val="accent5"/>
                </a:solidFill>
                <a:latin typeface="+mj-ea"/>
                <a:ea typeface="+mj-ea"/>
                <a:cs typeface="+mn-ea"/>
                <a:sym typeface="Calibri" panose="020F0502020204030204" pitchFamily="34" charset="0"/>
              </a:rPr>
              <a:t>年</a:t>
            </a:r>
            <a:r>
              <a:rPr lang="en-US" altLang="zh-CN" sz="2000" b="1" spc="300" dirty="0">
                <a:solidFill>
                  <a:schemeClr val="accent5"/>
                </a:solidFill>
                <a:latin typeface="+mj-ea"/>
                <a:ea typeface="+mj-ea"/>
                <a:cs typeface="+mn-ea"/>
                <a:sym typeface="Calibri" panose="020F0502020204030204" pitchFamily="34" charset="0"/>
              </a:rPr>
              <a:t>11</a:t>
            </a:r>
            <a:r>
              <a:rPr lang="zh-CN" altLang="en-US" sz="2000" b="1" spc="300" dirty="0">
                <a:solidFill>
                  <a:schemeClr val="accent5"/>
                </a:solidFill>
                <a:latin typeface="+mj-ea"/>
                <a:ea typeface="+mj-ea"/>
                <a:cs typeface="+mn-ea"/>
                <a:sym typeface="Calibri" panose="020F0502020204030204" pitchFamily="34" charset="0"/>
              </a:rPr>
              <a:t>月</a:t>
            </a:r>
            <a:endParaRPr lang="zh-CN" altLang="en-US" sz="2000" b="1" spc="300" dirty="0">
              <a:solidFill>
                <a:schemeClr val="accent5"/>
              </a:solidFill>
              <a:latin typeface="+mj-ea"/>
              <a:ea typeface="+mj-ea"/>
              <a:cs typeface="+mn-ea"/>
              <a:sym typeface="Calibri" panose="020F0502020204030204" pitchFamily="34" charset="0"/>
            </a:endParaRPr>
          </a:p>
        </p:txBody>
      </p:sp>
      <p:sp>
        <p:nvSpPr>
          <p:cNvPr id="12" name="文本框 11" descr="e7d195523061f1c0214d268728035a112e1f1a63855fa0d5B3BC3571FB2346650E40B27C71D4ADB669896543E409C0762562804D99F14164E036E91A4D200FB459B9C67F1066513BDCC2663F2655ED5A2F3E64E50905ECC13FD08E412A2449DFC0DEA4732AF4E76A12DAA23714D9A24C7EAC7F7CD8FF94AEC7D4E9162B55FEA74E289784371BE33B"/>
          <p:cNvSpPr txBox="1"/>
          <p:nvPr/>
        </p:nvSpPr>
        <p:spPr>
          <a:xfrm>
            <a:off x="3278621" y="1065188"/>
            <a:ext cx="4044443" cy="1396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8000" b="1" spc="300" dirty="0">
                <a:solidFill>
                  <a:schemeClr val="accent5"/>
                </a:solidFill>
                <a:latin typeface="+mj-ea"/>
                <a:ea typeface="+mj-ea"/>
                <a:cs typeface="+mn-ea"/>
                <a:sym typeface="Calibri" panose="020F0502020204030204" pitchFamily="34" charset="0"/>
              </a:rPr>
              <a:t>2025</a:t>
            </a:r>
            <a:endParaRPr lang="en-US" altLang="zh-CN" sz="8000" b="1" spc="300" dirty="0">
              <a:solidFill>
                <a:schemeClr val="accent5"/>
              </a:solidFill>
              <a:latin typeface="+mj-ea"/>
              <a:ea typeface="+mj-ea"/>
              <a:cs typeface="+mn-ea"/>
              <a:sym typeface="Calibri" panose="020F050202020403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566" y="140834"/>
            <a:ext cx="2158091" cy="78717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434.840157480315,&quot;left&quot;:47.37992125984252,&quot;top&quot;:95.46755905511812,&quot;width&quot;:826.6922047244094}"/>
</p:tagLst>
</file>

<file path=ppt/tags/tag2.xml><?xml version="1.0" encoding="utf-8"?>
<p:tagLst xmlns:p="http://schemas.openxmlformats.org/presentationml/2006/main">
  <p:tag name="KSO_WM_DIAGRAM_VIRTUALLY_FRAME" val="{&quot;height&quot;:434.840157480315,&quot;left&quot;:47.37992125984252,&quot;top&quot;:95.46755905511812,&quot;width&quot;:826.6922047244094}"/>
</p:tagLst>
</file>

<file path=ppt/tags/tag3.xml><?xml version="1.0" encoding="utf-8"?>
<p:tagLst xmlns:p="http://schemas.openxmlformats.org/presentationml/2006/main">
  <p:tag name="KSO_WM_DIAGRAM_VIRTUALLY_FRAME" val="{&quot;height&quot;:434.840157480315,&quot;left&quot;:47.37992125984252,&quot;top&quot;:95.46755905511812,&quot;width&quot;:826.6922047244094}"/>
</p:tagLst>
</file>

<file path=ppt/tags/tag4.xml><?xml version="1.0" encoding="utf-8"?>
<p:tagLst xmlns:p="http://schemas.openxmlformats.org/presentationml/2006/main">
  <p:tag name="KSO_WM_DIAGRAM_VIRTUALLY_FRAME" val="{&quot;height&quot;:434.840157480315,&quot;left&quot;:47.37992125984252,&quot;top&quot;:95.46755905511812,&quot;width&quot;:826.6922047244094}"/>
</p:tagLst>
</file>

<file path=ppt/tags/tag5.xml><?xml version="1.0" encoding="utf-8"?>
<p:tagLst xmlns:p="http://schemas.openxmlformats.org/presentationml/2006/main">
  <p:tag name="KSO_WM_DIAGRAM_VIRTUALLY_FRAME" val="{&quot;height&quot;:434.840157480315,&quot;left&quot;:47.37992125984252,&quot;top&quot;:95.46755905511812,&quot;width&quot;:826.6922047244094}"/>
</p:tagLst>
</file>

<file path=ppt/tags/tag6.xml><?xml version="1.0" encoding="utf-8"?>
<p:tagLst xmlns:p="http://schemas.openxmlformats.org/presentationml/2006/main">
  <p:tag name="KSO_WM_DIAGRAM_VIRTUALLY_FRAME" val="{&quot;height&quot;:434.840157480315,&quot;left&quot;:47.37992125984252,&quot;top&quot;:95.46755905511812,&quot;width&quot;:826.6922047244094}"/>
</p:tagLst>
</file>

<file path=ppt/tags/tag7.xml><?xml version="1.0" encoding="utf-8"?>
<p:tagLst xmlns:p="http://schemas.openxmlformats.org/presentationml/2006/main">
  <p:tag name="KSO_WM_DIAGRAM_VIRTUALLY_FRAME" val="{&quot;height&quot;:434.840157480315,&quot;left&quot;:47.37992125984252,&quot;top&quot;:95.46755905511812,&quot;width&quot;:826.6922047244094}"/>
</p:tagLst>
</file>

<file path=ppt/tags/tag8.xml><?xml version="1.0" encoding="utf-8"?>
<p:tagLst xmlns:p="http://schemas.openxmlformats.org/presentationml/2006/main">
  <p:tag name="KSO_WM_DIAGRAM_VIRTUALLY_FRAME" val="{&quot;height&quot;:434.840157480315,&quot;left&quot;:47.37992125984252,&quot;top&quot;:95.46755905511812,&quot;width&quot;:826.6922047244094}"/>
</p:tagLst>
</file>

<file path=ppt/tags/tag9.xml><?xml version="1.0" encoding="utf-8"?>
<p:tagLst xmlns:p="http://schemas.openxmlformats.org/presentationml/2006/main">
  <p:tag name="KSO_WM_DIAGRAM_VIRTUALLY_FRAME" val="{&quot;height&quot;:434.840157480315,&quot;left&quot;:47.37992125984252,&quot;top&quot;:95.46755905511812,&quot;width&quot;:826.6922047244094}"/>
</p:tagLst>
</file>

<file path=ppt/tags/tag10.xml><?xml version="1.0" encoding="utf-8"?>
<p:tagLst xmlns:p="http://schemas.openxmlformats.org/presentationml/2006/main">
  <p:tag name="PA" val="v3.0.0"/>
</p:tagLst>
</file>

<file path=ppt/tags/tag11.xml><?xml version="1.0" encoding="utf-8"?>
<p:tagLst xmlns:p="http://schemas.openxmlformats.org/presentationml/2006/main">
  <p:tag name="PA" val="v3.0.0"/>
</p:tagLst>
</file>

<file path=ppt/tags/tag12.xml><?xml version="1.0" encoding="utf-8"?>
<p:tagLst xmlns:p="http://schemas.openxmlformats.org/presentationml/2006/main">
  <p:tag name="PA" val="v3.0.0"/>
</p:tagLst>
</file>

<file path=ppt/tags/tag13.xml><?xml version="1.0" encoding="utf-8"?>
<p:tagLst xmlns:p="http://schemas.openxmlformats.org/presentationml/2006/main">
  <p:tag name="PA" val="v3.0.0"/>
</p:tagLst>
</file>

<file path=ppt/tags/tag14.xml><?xml version="1.0" encoding="utf-8"?>
<p:tagLst xmlns:p="http://schemas.openxmlformats.org/presentationml/2006/main">
  <p:tag name="PA" val="v3.0.0"/>
</p:tagLst>
</file>

<file path=ppt/tags/tag15.xml><?xml version="1.0" encoding="utf-8"?>
<p:tagLst xmlns:p="http://schemas.openxmlformats.org/presentationml/2006/main">
  <p:tag name="PA" val="v3.0.0"/>
</p:tagLst>
</file>

<file path=ppt/tags/tag16.xml><?xml version="1.0" encoding="utf-8"?>
<p:tagLst xmlns:p="http://schemas.openxmlformats.org/presentationml/2006/main">
  <p:tag name="PA" val="v3.0.0"/>
</p:tagLst>
</file>

<file path=ppt/tags/tag17.xml><?xml version="1.0" encoding="utf-8"?>
<p:tagLst xmlns:p="http://schemas.openxmlformats.org/presentationml/2006/main">
  <p:tag name="PA" val="v3.0.0"/>
</p:tagLst>
</file>

<file path=ppt/tags/tag18.xml><?xml version="1.0" encoding="utf-8"?>
<p:tagLst xmlns:p="http://schemas.openxmlformats.org/presentationml/2006/main">
  <p:tag name="PA" val="v3.0.0"/>
</p:tagLst>
</file>

<file path=ppt/tags/tag19.xml><?xml version="1.0" encoding="utf-8"?>
<p:tagLst xmlns:p="http://schemas.openxmlformats.org/presentationml/2006/main">
  <p:tag name="PA" val="v3.0.0"/>
</p:tagLst>
</file>

<file path=ppt/tags/tag20.xml><?xml version="1.0" encoding="utf-8"?>
<p:tagLst xmlns:p="http://schemas.openxmlformats.org/presentationml/2006/main">
  <p:tag name="PA" val="v3.0.0"/>
</p:tagLst>
</file>

<file path=ppt/tags/tag21.xml><?xml version="1.0" encoding="utf-8"?>
<p:tagLst xmlns:p="http://schemas.openxmlformats.org/presentationml/2006/main">
  <p:tag name="PA" val="v3.0.0"/>
</p:tagLst>
</file>

<file path=ppt/tags/tag22.xml><?xml version="1.0" encoding="utf-8"?>
<p:tagLst xmlns:p="http://schemas.openxmlformats.org/presentationml/2006/main">
  <p:tag name="MH" val="20151209233025"/>
  <p:tag name="MH_LIBRARY" val="GRAPHIC"/>
  <p:tag name="MH_TYPE" val="SubTitle"/>
  <p:tag name="MH_ORDER" val="1"/>
</p:tagLst>
</file>

<file path=ppt/tags/tag23.xml><?xml version="1.0" encoding="utf-8"?>
<p:tagLst xmlns:p="http://schemas.openxmlformats.org/presentationml/2006/main">
  <p:tag name="MH" val="20151209233025"/>
  <p:tag name="MH_LIBRARY" val="GRAPHIC"/>
  <p:tag name="MH_TYPE" val="SubTitle"/>
  <p:tag name="MH_ORDER" val="3"/>
</p:tagLst>
</file>

<file path=ppt/tags/tag24.xml><?xml version="1.0" encoding="utf-8"?>
<p:tagLst xmlns:p="http://schemas.openxmlformats.org/presentationml/2006/main">
  <p:tag name="MH" val="20151209233025"/>
  <p:tag name="MH_LIBRARY" val="GRAPHIC"/>
  <p:tag name="MH_TYPE" val="SubTitle"/>
  <p:tag name="MH_ORDER" val="4"/>
</p:tagLst>
</file>

<file path=ppt/tags/tag25.xml><?xml version="1.0" encoding="utf-8"?>
<p:tagLst xmlns:p="http://schemas.openxmlformats.org/presentationml/2006/main">
  <p:tag name="MH" val="20151209233025"/>
  <p:tag name="MH_LIBRARY" val="GRAPHIC"/>
  <p:tag name="MH_TYPE" val="SubTitle"/>
  <p:tag name="MH_ORDER" val="1"/>
</p:tagLst>
</file>

<file path=ppt/tags/tag26.xml><?xml version="1.0" encoding="utf-8"?>
<p:tagLst xmlns:p="http://schemas.openxmlformats.org/presentationml/2006/main">
  <p:tag name="MH" val="20151209233025"/>
  <p:tag name="MH_LIBRARY" val="GRAPHIC"/>
  <p:tag name="MH_TYPE" val="SubTitle"/>
  <p:tag name="MH_ORDER" val="3"/>
</p:tagLst>
</file>

<file path=ppt/tags/tag27.xml><?xml version="1.0" encoding="utf-8"?>
<p:tagLst xmlns:p="http://schemas.openxmlformats.org/presentationml/2006/main">
  <p:tag name="MH" val="20151209233025"/>
  <p:tag name="MH_LIBRARY" val="GRAPHIC"/>
  <p:tag name="MH_TYPE" val="SubTitle"/>
  <p:tag name="MH_ORDER" val="4"/>
</p:tagLst>
</file>

<file path=ppt/tags/tag28.xml><?xml version="1.0" encoding="utf-8"?>
<p:tagLst xmlns:p="http://schemas.openxmlformats.org/presentationml/2006/main">
  <p:tag name="KSO_WM_DIAGRAM_VIRTUALLY_FRAME" val="{&quot;height&quot;:301.43685039370075,&quot;left&quot;:15.056377952755906,&quot;top&quot;:146.83275590551182,&quot;width&quot;:929.8872440944882}"/>
</p:tagLst>
</file>

<file path=ppt/tags/tag29.xml><?xml version="1.0" encoding="utf-8"?>
<p:tagLst xmlns:p="http://schemas.openxmlformats.org/presentationml/2006/main">
  <p:tag name="KSO_WM_DIAGRAM_VIRTUALLY_FRAME" val="{&quot;height&quot;:301.43685039370075,&quot;left&quot;:15.056377952755906,&quot;top&quot;:146.83275590551182,&quot;width&quot;:929.8872440944882}"/>
</p:tagLst>
</file>

<file path=ppt/tags/tag30.xml><?xml version="1.0" encoding="utf-8"?>
<p:tagLst xmlns:p="http://schemas.openxmlformats.org/presentationml/2006/main">
  <p:tag name="KSO_WM_DIAGRAM_VIRTUALLY_FRAME" val="{&quot;height&quot;:301.43685039370075,&quot;left&quot;:15.056377952755906,&quot;top&quot;:146.83275590551182,&quot;width&quot;:929.8872440944882}"/>
</p:tagLst>
</file>

<file path=ppt/tags/tag31.xml><?xml version="1.0" encoding="utf-8"?>
<p:tagLst xmlns:p="http://schemas.openxmlformats.org/presentationml/2006/main">
  <p:tag name="KSO_WM_DIAGRAM_VIRTUALLY_FRAME" val="{&quot;height&quot;:301.43685039370075,&quot;left&quot;:15.056377952755906,&quot;top&quot;:146.83275590551182,&quot;width&quot;:929.8872440944882}"/>
</p:tagLst>
</file>

<file path=ppt/theme/theme1.xml><?xml version="1.0" encoding="utf-8"?>
<a:theme xmlns:a="http://schemas.openxmlformats.org/drawingml/2006/main" name="00">
  <a:themeElements>
    <a:clrScheme name="自定义 1">
      <a:dk1>
        <a:sysClr val="windowText" lastClr="000000"/>
      </a:dk1>
      <a:lt1>
        <a:sysClr val="window" lastClr="FFFFFF"/>
      </a:lt1>
      <a:dk2>
        <a:srgbClr val="44546A"/>
      </a:dk2>
      <a:lt2>
        <a:srgbClr val="7F7F7F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Calibri"/>
        <a:ea typeface="阿里巴巴普惠体 B"/>
        <a:cs typeface=""/>
      </a:majorFont>
      <a:minorFont>
        <a:latin typeface="Calibri"/>
        <a:ea typeface="思源黑体 CN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4093</Words>
  <Application>WPS 演示</Application>
  <PresentationFormat>宽屏</PresentationFormat>
  <Paragraphs>315</Paragraphs>
  <Slides>27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43" baseType="lpstr">
      <vt:lpstr>Arial</vt:lpstr>
      <vt:lpstr>宋体</vt:lpstr>
      <vt:lpstr>Wingdings</vt:lpstr>
      <vt:lpstr>思源黑体 CN Regular</vt:lpstr>
      <vt:lpstr>黑体</vt:lpstr>
      <vt:lpstr>Calibri</vt:lpstr>
      <vt:lpstr>微软雅黑</vt:lpstr>
      <vt:lpstr>阿里巴巴普惠体 B</vt:lpstr>
      <vt:lpstr>Segoe Print</vt:lpstr>
      <vt:lpstr>Arial Unicode MS</vt:lpstr>
      <vt:lpstr>迷你简粗倩</vt:lpstr>
      <vt:lpstr>方正正中黑简体</vt:lpstr>
      <vt:lpstr>文道潮黑体</vt:lpstr>
      <vt:lpstr>阿里巴巴和七个小矮人</vt:lpstr>
      <vt:lpstr>思源黑体 CN Regular</vt:lpstr>
      <vt:lpstr>00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</dc:creator>
  <cp:lastModifiedBy>异术家Magart</cp:lastModifiedBy>
  <cp:revision>166</cp:revision>
  <dcterms:created xsi:type="dcterms:W3CDTF">2020-11-24T06:30:00Z</dcterms:created>
  <dcterms:modified xsi:type="dcterms:W3CDTF">2025-11-21T11:19:19Z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5C3616DEA77A4A72971FB73EA1759501_13</vt:lpwstr>
  </property>
  <property fmtid="{D5CDD505-2E9C-101B-9397-08002B2CF9AE}" pid="3" name="KSOProductBuildVer">
    <vt:lpwstr>2052-12.1.0.23542</vt:lpwstr>
  </property>
</Properties>
</file>